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de70e5efee48e3" /><Relationship Type="http://schemas.openxmlformats.org/officeDocument/2006/relationships/extended-properties" Target="/docProps/app.xml" Id="R20526b9623f44d45" /><Relationship Type="http://schemas.openxmlformats.org/officeDocument/2006/relationships/officeDocument" Target="/ppt/presentation.xml" Id="R4fb9bdf7e2c948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71d05f13704d67"/>
  </p:sldMasterIdLst>
  <p:notesMasterIdLst>
    <p:notesMasterId xmlns:r="http://schemas.openxmlformats.org/officeDocument/2006/relationships" r:id="Rc4d59763dc74480b"/>
  </p:notesMasterIdLst>
  <p:sldIdLst>
    <p:sldId xmlns:r="http://schemas.openxmlformats.org/officeDocument/2006/relationships" id="256" r:id="R79c18a488bfe4904"/>
    <p:sldId xmlns:r="http://schemas.openxmlformats.org/officeDocument/2006/relationships" id="257" r:id="R55ec5683c5e84230"/>
    <p:sldId xmlns:r="http://schemas.openxmlformats.org/officeDocument/2006/relationships" id="258" r:id="R55057f7d8c414818"/>
    <p:sldId xmlns:r="http://schemas.openxmlformats.org/officeDocument/2006/relationships" id="259" r:id="Re5c1d1641c51432e"/>
    <p:sldId xmlns:r="http://schemas.openxmlformats.org/officeDocument/2006/relationships" id="260" r:id="R93bce5a03db748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6826e9308d41ac" /><Relationship Type="http://schemas.openxmlformats.org/officeDocument/2006/relationships/slideMaster" Target="/ppt/slideMasters/slideMaster1.xml" Id="R2971d05f13704d67" /><Relationship Type="http://schemas.openxmlformats.org/officeDocument/2006/relationships/notesMaster" Target="/ppt/notesMasters/notesMaster1.xml" Id="Rc4d59763dc74480b" /><Relationship Type="http://schemas.openxmlformats.org/officeDocument/2006/relationships/presProps" Target="/ppt/presProps.xml" Id="Rda3d838799354b5a" /><Relationship Type="http://schemas.openxmlformats.org/officeDocument/2006/relationships/tableStyles" Target="/ppt/tableStyles.xml" Id="Rb38e26b4f0ab4958" /><Relationship Type="http://schemas.openxmlformats.org/officeDocument/2006/relationships/slide" Target="/ppt/slides/slide1.xml" Id="R79c18a488bfe4904" /><Relationship Type="http://schemas.openxmlformats.org/officeDocument/2006/relationships/slide" Target="/ppt/slides/slide2.xml" Id="R55ec5683c5e84230" /><Relationship Type="http://schemas.openxmlformats.org/officeDocument/2006/relationships/slide" Target="/ppt/slides/slide3.xml" Id="R55057f7d8c414818" /><Relationship Type="http://schemas.openxmlformats.org/officeDocument/2006/relationships/slide" Target="/ppt/slides/slide4.xml" Id="Re5c1d1641c51432e" /><Relationship Type="http://schemas.openxmlformats.org/officeDocument/2006/relationships/slide" Target="/ppt/slides/slide5.xml" Id="R93bce5a03db748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7048d375c947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bd29fbcbe54e33" /><Relationship Type="http://schemas.openxmlformats.org/officeDocument/2006/relationships/notesMaster" Target="/ppt/notesMasters/notesMaster1.xml" Id="R4615e55c0ab04f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7d91caa3c34113" /><Relationship Type="http://schemas.openxmlformats.org/officeDocument/2006/relationships/notesMaster" Target="/ppt/notesMasters/notesMaster1.xml" Id="R05b233bc2c0240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00451f914043dc" /><Relationship Type="http://schemas.openxmlformats.org/officeDocument/2006/relationships/notesMaster" Target="/ppt/notesMasters/notesMaster1.xml" Id="Rcf2ba15e48c14d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6a47da4faf4e9d" /><Relationship Type="http://schemas.openxmlformats.org/officeDocument/2006/relationships/notesMaster" Target="/ppt/notesMasters/notesMaster1.xml" Id="Rad95d72a40a84a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07c93905eb43cc" /><Relationship Type="http://schemas.openxmlformats.org/officeDocument/2006/relationships/notesMaster" Target="/ppt/notesMasters/notesMaster1.xml" Id="R7afb5444908042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 a 0:30. Começo comparando o tamanho das economias. São Paulo concentra cerca de 60% do PIB do Sudeste, mas aproximadamente 52% da população. Minas Gerais tem mais moradores que o Rio de Janeiro, porém seu PIB é menor. Isso mostra que a distribuição da produção não acompanha exatamente a distribuição populacional. Fonte: IBGE, SIDRA 5938 e 6579. Base do grupo, 2020. Cálculos de Peter. https://sidra.ibge.gov.br/tabela/5938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 a 1:00. Para comparar estados de tamanhos diferentes, dividimos o PIB total pela população total. Não usamos a média simples dos municípios. São Paulo apresenta cerca de 51 mil reais por habitante, contra 32 mil em Minas Gerais, uma razão de 1,60. Esse valor é produção por pessoa, não o dinheiro que cada morador recebe. Fonte: IBGE, SIDRA 5938 e 6579. Base do grupo, 2020. Cálculos de Peter.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 a 1:30. Agora comparamos a composição das economias. Os percentuais usam como denominador a soma dos quatro valores adicionados, sem os impostos. Serviços representam 61,1% do VA regional e lideram nos quatro estados. A composição varia: Minas Gerais tem a maior participação agropecuária. Serviços exclui o grupo de administração pública, conforme os metadados oficiais. Fontes: IBGE, SIDRA 5938 e 6579. Base do grupo, 2020. Cálculos de Peter. https://servicodados.ibge.gov.br/api/v3/agregados/5938/metadados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 a 2:00. A dispersão mostra que municípios mais populosos tendem a produzir mais. Aplicamos logaritmo nos dois eixos para enxergar desde cidades pequenas até as maiores. Na escala logarítmica, a correlação é 0,933. A dispersão vertical mostra que municípios com populações semelhantes podem apresentar PIBs diferentes. A associação não comprova uma relação de causa e efeito. Fonte: IBGE, SIDRA 5938 e 6579. Base do grupo, 2020. Cálculos de Peter.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 a 2:30. A matriz resume as associações entre as variáveis. PIB e população têm correlação de 0,985 nos valores originais. Porém os setores são componentes do PIB, e PIB por habitante utiliza PIB e população no cálculo. Essas relações exigem cuidado na interpretação. Concluímos que há disparidades territoriais de produção no Sudeste, sem afirmar que medimos a desigualdade de renda das pessoas. Fonte: IBGE, SIDRA 5938 e 6579. Base do grupo, 2020. Cálculos de Peter.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4dbe12bad4b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5938d5fada47e7" /><Relationship Type="http://schemas.openxmlformats.org/officeDocument/2006/relationships/slideLayout" Target="/ppt/slideLayouts/slideLayout1.xml" Id="R24c2e2872f1c42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c2e2872f1c42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8583bf2c24fb2" /><Relationship Type="http://schemas.openxmlformats.org/officeDocument/2006/relationships/chart" Target="/ppt/slides/charts/chart1.xml" Id="R96b337a23dfd437a" /><Relationship Type="http://schemas.openxmlformats.org/officeDocument/2006/relationships/chart" Target="/ppt/slides/charts/chart2.xml" Id="R373798b4fe7c49df" /><Relationship Type="http://schemas.openxmlformats.org/officeDocument/2006/relationships/notesSlide" Target="/ppt/notesSlides/notesSlide1.xml" Id="R09e88596be594c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095e675584a9e" /><Relationship Type="http://schemas.openxmlformats.org/officeDocument/2006/relationships/chart" Target="/ppt/slides/charts/chart3.xml" Id="Ra821b93088cd4414" /><Relationship Type="http://schemas.openxmlformats.org/officeDocument/2006/relationships/notesSlide" Target="/ppt/notesSlides/notesSlide2.xml" Id="R4488c20df4db45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ebb0412e34cc4" /><Relationship Type="http://schemas.openxmlformats.org/officeDocument/2006/relationships/chart" Target="/ppt/slides/charts/chart4.xml" Id="R8610f6347ece4186" /><Relationship Type="http://schemas.openxmlformats.org/officeDocument/2006/relationships/notesSlide" Target="/ppt/notesSlides/notesSlide3.xml" Id="Ra1e6e021d9684a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a153f57164d34" /><Relationship Type="http://schemas.openxmlformats.org/officeDocument/2006/relationships/chart" Target="/ppt/slides/charts/chart5.xml" Id="R785a850d4e554f71" /><Relationship Type="http://schemas.openxmlformats.org/officeDocument/2006/relationships/notesSlide" Target="/ppt/notesSlides/notesSlide4.xml" Id="R0d4ca7d9843e4e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f068023884b3c" /><Relationship Type="http://schemas.openxmlformats.org/officeDocument/2006/relationships/notesSlide" Target="/ppt/notesSlides/notesSlide5.xml" Id="R3943bda06d2140c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PIB em R$ bilhões</c:v>
          </c:tx>
          <c:spPr>
            <a:solidFill xmlns:a="http://schemas.openxmlformats.org/drawingml/2006/main">
              <a:srgbClr val="146D7A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Arial"/>
                        <a:ea typeface="Arial"/>
                        <a:cs typeface="Arial"/>
                      </a:rPr>
                      <a:t>138,4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Arial"/>
                        <a:ea typeface="Arial"/>
                        <a:cs typeface="Arial"/>
                      </a:rPr>
                      <a:t>682,8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Arial"/>
                        <a:ea typeface="Arial"/>
                        <a:cs typeface="Arial"/>
                      </a:rPr>
                      <a:t>753,8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Arial"/>
                        <a:ea typeface="Arial"/>
                        <a:cs typeface="Arial"/>
                      </a:rPr>
                      <a:t>2.377,6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Data'!$A$2:$A$5</c:f>
              <c:strCache>
                <c:ptCount val="4"/>
                <c:pt idx="0">
                  <c:v>ES</c:v>
                </c:pt>
                <c:pt idx="1">
                  <c:v>MG</c:v>
                </c:pt>
                <c:pt idx="2">
                  <c:v>RJ</c:v>
                </c:pt>
                <c:pt idx="3">
                  <c:v>SP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138.445925</c:v>
                </c:pt>
                <c:pt idx="1">
                  <c:v>682.786114</c:v>
                </c:pt>
                <c:pt idx="2">
                  <c:v>753.82371</c:v>
                </c:pt>
                <c:pt idx="3">
                  <c:v>2377.638983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8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População em milhões</c:v>
          </c:tx>
          <c:spPr>
            <a:solidFill xmlns:a="http://schemas.openxmlformats.org/drawingml/2006/main">
              <a:srgbClr val="146D7A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Arial"/>
                        <a:ea typeface="Arial"/>
                        <a:cs typeface="Arial"/>
                      </a:rPr>
                      <a:t>4,1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Arial"/>
                        <a:ea typeface="Arial"/>
                        <a:cs typeface="Arial"/>
                      </a:rPr>
                      <a:t>21,3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Arial"/>
                        <a:ea typeface="Arial"/>
                        <a:cs typeface="Arial"/>
                      </a:rPr>
                      <a:t>17,4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Arial"/>
                        <a:ea typeface="Arial"/>
                        <a:cs typeface="Arial"/>
                      </a:rPr>
                      <a:t>46,3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Data'!$A$2:$A$5</c:f>
              <c:strCache>
                <c:ptCount val="4"/>
                <c:pt idx="0">
                  <c:v>ES</c:v>
                </c:pt>
                <c:pt idx="1">
                  <c:v>MG</c:v>
                </c:pt>
                <c:pt idx="2">
                  <c:v>RJ</c:v>
                </c:pt>
                <c:pt idx="3">
                  <c:v>SP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4.064052</c:v>
                </c:pt>
                <c:pt idx="1">
                  <c:v>21.292666</c:v>
                </c:pt>
                <c:pt idx="2">
                  <c:v>17.366189</c:v>
                </c:pt>
                <c:pt idx="3">
                  <c:v>46.289333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5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R$ mil por pessoa</c:v>
          </c:tx>
          <c:spPr>
            <a:solidFill xmlns:a="http://schemas.openxmlformats.org/drawingml/2006/main">
              <a:srgbClr val="146D7A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Arial"/>
                        <a:ea typeface="Arial"/>
                        <a:cs typeface="Arial"/>
                      </a:rPr>
                      <a:t>34,1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Arial"/>
                        <a:ea typeface="Arial"/>
                        <a:cs typeface="Arial"/>
                      </a:rPr>
                      <a:t>32,1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Arial"/>
                        <a:ea typeface="Arial"/>
                        <a:cs typeface="Arial"/>
                      </a:rPr>
                      <a:t>43,4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Arial"/>
                        <a:ea typeface="Arial"/>
                        <a:cs typeface="Arial"/>
                      </a:rPr>
                      <a:t>51,4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Data'!$A$2:$A$5</c:f>
              <c:strCache>
                <c:ptCount val="4"/>
                <c:pt idx="0">
                  <c:v>ES</c:v>
                </c:pt>
                <c:pt idx="1">
                  <c:v>MG</c:v>
                </c:pt>
                <c:pt idx="2">
                  <c:v>RJ</c:v>
                </c:pt>
                <c:pt idx="3">
                  <c:v>SP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34.0659826695</c:v>
                </c:pt>
                <c:pt idx="1">
                  <c:v>32.0667272947</c:v>
                </c:pt>
                <c:pt idx="2">
                  <c:v>43.4075495781</c:v>
                </c:pt>
                <c:pt idx="3">
                  <c:v>51.3647276577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5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R$ mil por pessoa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Agropecuária</c:v>
          </c:tx>
          <c:spPr>
            <a:solidFill xmlns:a="http://schemas.openxmlformats.org/drawingml/2006/main">
              <a:srgbClr val="287A49"/>
            </a:solidFill>
          </c:spPr>
          <c:cat>
            <c:strRef>
              <c:f>'Chart Data'!$A$2:$A$5</c:f>
              <c:strCache>
                <c:ptCount val="4"/>
                <c:pt idx="0">
                  <c:v>ES</c:v>
                </c:pt>
                <c:pt idx="1">
                  <c:v>MG</c:v>
                </c:pt>
                <c:pt idx="2">
                  <c:v>RJ</c:v>
                </c:pt>
                <c:pt idx="3">
                  <c:v>SP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0.0454754930629</c:v>
                </c:pt>
                <c:pt idx="1">
                  <c:v>0.0665205462072</c:v>
                </c:pt>
                <c:pt idx="2">
                  <c:v>0.00564785997207</c:v>
                </c:pt>
                <c:pt idx="3">
                  <c:v>0.0220320148965</c:v>
                </c:pt>
              </c:numCache>
            </c:numRef>
          </c:val>
        </c:ser>
        <c:ser>
          <c:idx val="1"/>
          <c:order val="1"/>
          <c:tx>
            <c:v>Indústria</c:v>
          </c:tx>
          <c:spPr>
            <a:solidFill xmlns:a="http://schemas.openxmlformats.org/drawingml/2006/main">
              <a:srgbClr val="CF8734"/>
            </a:solidFill>
          </c:spPr>
          <c:cat>
            <c:strRef>
              <c:f>'Chart Data'!$C$2:$C$5</c:f>
              <c:strCache>
                <c:ptCount val="4"/>
                <c:pt idx="0">
                  <c:v>ES</c:v>
                </c:pt>
                <c:pt idx="1">
                  <c:v>MG</c:v>
                </c:pt>
                <c:pt idx="2">
                  <c:v>RJ</c:v>
                </c:pt>
                <c:pt idx="3">
                  <c:v>SP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0.273975218786</c:v>
                </c:pt>
                <c:pt idx="1">
                  <c:v>0.276249593861</c:v>
                </c:pt>
                <c:pt idx="2">
                  <c:v>0.240745870174</c:v>
                </c:pt>
                <c:pt idx="3">
                  <c:v>0.20690023936</c:v>
                </c:pt>
              </c:numCache>
            </c:numRef>
          </c:val>
        </c:ser>
        <c:ser>
          <c:idx val="2"/>
          <c:order val="2"/>
          <c:tx>
            <c:v>Serviços¹</c:v>
          </c:tx>
          <c:spPr>
            <a:solidFill xmlns:a="http://schemas.openxmlformats.org/drawingml/2006/main">
              <a:srgbClr val="146D7A"/>
            </a:solidFill>
          </c:spPr>
          <c:cat>
            <c:strRef>
              <c:f>'Chart Data'!$E$2:$E$5</c:f>
              <c:strCache>
                <c:ptCount val="4"/>
                <c:pt idx="0">
                  <c:v>ES</c:v>
                </c:pt>
                <c:pt idx="1">
                  <c:v>MG</c:v>
                </c:pt>
                <c:pt idx="2">
                  <c:v>RJ</c:v>
                </c:pt>
                <c:pt idx="3">
                  <c:v>SP</c:v>
                </c:pt>
              </c:strCache>
            </c:strRef>
          </c:cat>
          <c:val>
            <c:numRef>
              <c:f>'Chart Data'!$F$2:$F$5</c:f>
              <c:numCache>
                <c:formatCode>0.0%</c:formatCode>
                <c:ptCount val="4"/>
                <c:pt idx="0">
                  <c:v>0.514313941656</c:v>
                </c:pt>
                <c:pt idx="1">
                  <c:v>0.490946947757</c:v>
                </c:pt>
                <c:pt idx="2">
                  <c:v>0.546167900776</c:v>
                </c:pt>
                <c:pt idx="3">
                  <c:v>0.673157688993</c:v>
                </c:pt>
              </c:numCache>
            </c:numRef>
          </c:val>
        </c:ser>
        <c:ser>
          <c:idx val="3"/>
          <c:order val="3"/>
          <c:tx>
            <c:v>Administração pública²</c:v>
          </c:tx>
          <c:spPr>
            <a:solidFill xmlns:a="http://schemas.openxmlformats.org/drawingml/2006/main">
              <a:srgbClr val="873D5F"/>
            </a:solidFill>
          </c:spPr>
          <c:cat>
            <c:strRef>
              <c:f>'Chart Data'!$G$2:$G$5</c:f>
              <c:strCache>
                <c:ptCount val="4"/>
                <c:pt idx="0">
                  <c:v>ES</c:v>
                </c:pt>
                <c:pt idx="1">
                  <c:v>MG</c:v>
                </c:pt>
                <c:pt idx="2">
                  <c:v>RJ</c:v>
                </c:pt>
                <c:pt idx="3">
                  <c:v>SP</c:v>
                </c:pt>
              </c:strCache>
            </c:strRef>
          </c:cat>
          <c:val>
            <c:numRef>
              <c:f>'Chart Data'!$H$2:$H$5</c:f>
              <c:numCache>
                <c:formatCode>0.0%</c:formatCode>
                <c:ptCount val="4"/>
                <c:pt idx="0">
                  <c:v>0.166235346495</c:v>
                </c:pt>
                <c:pt idx="1">
                  <c:v>0.166282912175</c:v>
                </c:pt>
                <c:pt idx="2">
                  <c:v>0.207438369077</c:v>
                </c:pt>
                <c:pt idx="3">
                  <c:v>0.0979100567505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ES</c:v>
          </c:tx>
          <c:spPr>
            <a:solidFill xmlns:a="http://schemas.openxmlformats.org/drawingml/2006/main">
              <a:srgbClr val="287A49"/>
            </a:solidFill>
            <a:ln xmlns:a="http://schemas.openxmlformats.org/drawingml/2006/main" w="9525">
              <a:solidFill>
                <a:srgbClr val="287A49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287A49"/>
              </a:solidFill>
            </c:spPr>
          </c:marker>
          <c:xVal>
            <c:numRef>
              <c:f>'Chart Data'!$A$2:$A$79</c:f>
              <c:numCache>
                <c:formatCode>General</c:formatCode>
                <c:ptCount val="78"/>
                <c:pt idx="0">
                  <c:v>4.48365860384</c:v>
                </c:pt>
                <c:pt idx="1">
                  <c:v>3.98367138286</c:v>
                </c:pt>
                <c:pt idx="2">
                  <c:v>4.03778494175</c:v>
                </c:pt>
                <c:pt idx="3">
                  <c:v>4.47675919177</c:v>
                </c:pt>
                <c:pt idx="4">
                  <c:v>4.16542240081</c:v>
                </c:pt>
                <c:pt idx="5">
                  <c:v>3.89619541045</c:v>
                </c:pt>
                <c:pt idx="6">
                  <c:v>4.47391010974</c:v>
                </c:pt>
                <c:pt idx="7">
                  <c:v>3.87817698049</c:v>
                </c:pt>
                <c:pt idx="8">
                  <c:v>5.01326287762</c:v>
                </c:pt>
                <c:pt idx="9">
                  <c:v>4.08296479378</c:v>
                </c:pt>
                <c:pt idx="10">
                  <c:v>4.49320702178</c:v>
                </c:pt>
                <c:pt idx="11">
                  <c:v>4.65300979571</c:v>
                </c:pt>
                <c:pt idx="12">
                  <c:v>4.17874679653</c:v>
                </c:pt>
                <c:pt idx="13">
                  <c:v>3.9983465374</c:v>
                </c:pt>
                <c:pt idx="14">
                  <c:v>4.09436629834</c:v>
                </c:pt>
                <c:pt idx="15">
                  <c:v>5.32343568231</c:v>
                </c:pt>
                <c:pt idx="16">
                  <c:v>5.58423734328</c:v>
                </c:pt>
                <c:pt idx="17">
                  <c:v>4.57688244112</c:v>
                </c:pt>
                <c:pt idx="18">
                  <c:v>5.0913151597</c:v>
                </c:pt>
                <c:pt idx="19">
                  <c:v>4.49516954485</c:v>
                </c:pt>
                <c:pt idx="20">
                  <c:v>4.10741349749</c:v>
                </c:pt>
                <c:pt idx="21">
                  <c:v>3.63042787503</c:v>
                </c:pt>
                <c:pt idx="22">
                  <c:v>4.53130005308</c:v>
                </c:pt>
                <c:pt idx="23">
                  <c:v>3.8306528138</c:v>
                </c:pt>
                <c:pt idx="24">
                  <c:v>4.35860101594</c:v>
                </c:pt>
                <c:pt idx="25">
                  <c:v>4.34139495152</c:v>
                </c:pt>
                <c:pt idx="26">
                  <c:v>4.10991586302</c:v>
                </c:pt>
                <c:pt idx="27">
                  <c:v>4.49306749838</c:v>
                </c:pt>
                <c:pt idx="28">
                  <c:v>5.10278004261</c:v>
                </c:pt>
                <c:pt idx="29">
                  <c:v>4.42203143065</c:v>
                </c:pt>
                <c:pt idx="30">
                  <c:v>4.10006022393</c:v>
                </c:pt>
                <c:pt idx="31">
                  <c:v>3.94738470168</c:v>
                </c:pt>
                <c:pt idx="32">
                  <c:v>4.14528965905</c:v>
                </c:pt>
                <c:pt idx="33">
                  <c:v>4.13116938309</c:v>
                </c:pt>
                <c:pt idx="34">
                  <c:v>4.14684093404</c:v>
                </c:pt>
                <c:pt idx="35">
                  <c:v>4.53977843495</c:v>
                </c:pt>
                <c:pt idx="36">
                  <c:v>4.02094105986</c:v>
                </c:pt>
                <c:pt idx="37">
                  <c:v>4.46671937168</c:v>
                </c:pt>
                <c:pt idx="38">
                  <c:v>4.49190772091</c:v>
                </c:pt>
                <c:pt idx="39">
                  <c:v>4.08866755254</c:v>
                </c:pt>
                <c:pt idx="40">
                  <c:v>4.2232882191</c:v>
                </c:pt>
                <c:pt idx="41">
                  <c:v>4.0387393481</c:v>
                </c:pt>
                <c:pt idx="42">
                  <c:v>5.24720705482</c:v>
                </c:pt>
                <c:pt idx="43">
                  <c:v>4.19041574703</c:v>
                </c:pt>
                <c:pt idx="44">
                  <c:v>4.58975976534</c:v>
                </c:pt>
                <c:pt idx="45">
                  <c:v>4.2284003587</c:v>
                </c:pt>
                <c:pt idx="46">
                  <c:v>4.11270552103</c:v>
                </c:pt>
                <c:pt idx="47">
                  <c:v>4.41689003017</c:v>
                </c:pt>
                <c:pt idx="48">
                  <c:v>4.27632391102</c:v>
                </c:pt>
                <c:pt idx="49">
                  <c:v>3.74004672405</c:v>
                </c:pt>
                <c:pt idx="50">
                  <c:v>4.23852281222</c:v>
                </c:pt>
                <c:pt idx="51">
                  <c:v>4.19105958183</c:v>
                </c:pt>
                <c:pt idx="52">
                  <c:v>4.7027234141</c:v>
                </c:pt>
                <c:pt idx="53">
                  <c:v>4.36746774212</c:v>
                </c:pt>
                <c:pt idx="54">
                  <c:v>4.42129125392</c:v>
                </c:pt>
                <c:pt idx="55">
                  <c:v>4.43659195679</c:v>
                </c:pt>
                <c:pt idx="56">
                  <c:v>4.34346767747</c:v>
                </c:pt>
                <c:pt idx="57">
                  <c:v>3.89982050243</c:v>
                </c:pt>
                <c:pt idx="58">
                  <c:v>4.06662405098</c:v>
                </c:pt>
                <c:pt idx="59">
                  <c:v>4.28490425141</c:v>
                </c:pt>
                <c:pt idx="60">
                  <c:v>4.06543031862</c:v>
                </c:pt>
                <c:pt idx="61">
                  <c:v>4.08625302382</c:v>
                </c:pt>
                <c:pt idx="62">
                  <c:v>4.61294271589</c:v>
                </c:pt>
                <c:pt idx="63">
                  <c:v>4.37518791536</c:v>
                </c:pt>
                <c:pt idx="64">
                  <c:v>3.93886982151</c:v>
                </c:pt>
                <c:pt idx="65">
                  <c:v>4.58570882691</c:v>
                </c:pt>
                <c:pt idx="66">
                  <c:v>4.023087767</c:v>
                </c:pt>
                <c:pt idx="67">
                  <c:v>5.12268106163</c:v>
                </c:pt>
                <c:pt idx="68">
                  <c:v>4.09725730969</c:v>
                </c:pt>
                <c:pt idx="69">
                  <c:v>5.72200835136</c:v>
                </c:pt>
                <c:pt idx="70">
                  <c:v>4.48685535528</c:v>
                </c:pt>
                <c:pt idx="71">
                  <c:v>4.33427275741</c:v>
                </c:pt>
                <c:pt idx="72">
                  <c:v>4.41069289616</c:v>
                </c:pt>
                <c:pt idx="73">
                  <c:v>4.90036712866</c:v>
                </c:pt>
                <c:pt idx="74">
                  <c:v>3.96585993681</c:v>
                </c:pt>
                <c:pt idx="75">
                  <c:v>4.14838668767</c:v>
                </c:pt>
                <c:pt idx="76">
                  <c:v>5.70011936249</c:v>
                </c:pt>
                <c:pt idx="77">
                  <c:v>5.56330899475</c:v>
                </c:pt>
              </c:numCache>
            </c:numRef>
          </c:xVal>
          <c:yVal>
            <c:numRef>
              <c:f>'Chart Data'!$B$2:$B$79</c:f>
              <c:numCache>
                <c:formatCode>0</c:formatCode>
                <c:ptCount val="78"/>
                <c:pt idx="0">
                  <c:v>8.69801002191</c:v>
                </c:pt>
                <c:pt idx="1">
                  <c:v>8.28445329401</c:v>
                </c:pt>
                <c:pt idx="2">
                  <c:v>8.22005837679</c:v>
                </c:pt>
                <c:pt idx="3">
                  <c:v>8.70297822922</c:v>
                </c:pt>
                <c:pt idx="4">
                  <c:v>8.56847981823</c:v>
                </c:pt>
                <c:pt idx="5">
                  <c:v>7.98795212604</c:v>
                </c:pt>
                <c:pt idx="6">
                  <c:v>9.01398174672</c:v>
                </c:pt>
                <c:pt idx="7">
                  <c:v>8.0177843531</c:v>
                </c:pt>
                <c:pt idx="8">
                  <c:v>9.65135265195</c:v>
                </c:pt>
                <c:pt idx="9">
                  <c:v>8.50043957393</c:v>
                </c:pt>
                <c:pt idx="10">
                  <c:v>8.93525276121</c:v>
                </c:pt>
                <c:pt idx="11">
                  <c:v>9.00266877445</c:v>
                </c:pt>
                <c:pt idx="12">
                  <c:v>8.36189019404</c:v>
                </c:pt>
                <c:pt idx="13">
                  <c:v>8.25790406152</c:v>
                </c:pt>
                <c:pt idx="14">
                  <c:v>8.41705131198</c:v>
                </c:pt>
                <c:pt idx="15">
                  <c:v>9.72544909102</c:v>
                </c:pt>
                <c:pt idx="16">
                  <c:v>10.0096795414</c:v>
                </c:pt>
                <c:pt idx="17">
                  <c:v>9.04057267418</c:v>
                </c:pt>
                <c:pt idx="18">
                  <c:v>9.58197456221</c:v>
                </c:pt>
                <c:pt idx="19">
                  <c:v>8.70895685074</c:v>
                </c:pt>
                <c:pt idx="20">
                  <c:v>8.38238810668</c:v>
                </c:pt>
                <c:pt idx="21">
                  <c:v>7.83825703981</c:v>
                </c:pt>
                <c:pt idx="22">
                  <c:v>8.9255111405</c:v>
                </c:pt>
                <c:pt idx="23">
                  <c:v>8.21969190783</c:v>
                </c:pt>
                <c:pt idx="24">
                  <c:v>8.55833650156</c:v>
                </c:pt>
                <c:pt idx="25">
                  <c:v>8.60493417492</c:v>
                </c:pt>
                <c:pt idx="26">
                  <c:v>8.3988580049</c:v>
                </c:pt>
                <c:pt idx="27">
                  <c:v>8.74874372338</c:v>
                </c:pt>
                <c:pt idx="28">
                  <c:v>9.36458738827</c:v>
                </c:pt>
                <c:pt idx="29">
                  <c:v>8.57587224322</c:v>
                </c:pt>
                <c:pt idx="30">
                  <c:v>8.43352342389</c:v>
                </c:pt>
                <c:pt idx="31">
                  <c:v>8.19401176813</c:v>
                </c:pt>
                <c:pt idx="32">
                  <c:v>8.48507375985</c:v>
                </c:pt>
                <c:pt idx="33">
                  <c:v>8.40937003447</c:v>
                </c:pt>
                <c:pt idx="34">
                  <c:v>8.44140131812</c:v>
                </c:pt>
                <c:pt idx="35">
                  <c:v>9.51109865071</c:v>
                </c:pt>
                <c:pt idx="36">
                  <c:v>8.33559428585</c:v>
                </c:pt>
                <c:pt idx="37">
                  <c:v>8.72548529205</c:v>
                </c:pt>
                <c:pt idx="38">
                  <c:v>8.81358765971</c:v>
                </c:pt>
                <c:pt idx="39">
                  <c:v>8.17406853425</c:v>
                </c:pt>
                <c:pt idx="40">
                  <c:v>8.58366909939</c:v>
                </c:pt>
                <c:pt idx="41">
                  <c:v>8.1933917743</c:v>
                </c:pt>
                <c:pt idx="42">
                  <c:v>9.82430980038</c:v>
                </c:pt>
                <c:pt idx="43">
                  <c:v>8.22881084501</c:v>
                </c:pt>
                <c:pt idx="44">
                  <c:v>9.55897386501</c:v>
                </c:pt>
                <c:pt idx="45">
                  <c:v>8.69351678395</c:v>
                </c:pt>
                <c:pt idx="46">
                  <c:v>8.35325823509</c:v>
                </c:pt>
                <c:pt idx="47">
                  <c:v>8.69017214886</c:v>
                </c:pt>
                <c:pt idx="48">
                  <c:v>8.56532824285</c:v>
                </c:pt>
                <c:pt idx="49">
                  <c:v>7.94240989966</c:v>
                </c:pt>
                <c:pt idx="50">
                  <c:v>8.53600132997</c:v>
                </c:pt>
                <c:pt idx="51">
                  <c:v>8.3063928564</c:v>
                </c:pt>
                <c:pt idx="52">
                  <c:v>9.082164352</c:v>
                </c:pt>
                <c:pt idx="53">
                  <c:v>8.44651386739</c:v>
                </c:pt>
                <c:pt idx="54">
                  <c:v>8.54241333617</c:v>
                </c:pt>
                <c:pt idx="55">
                  <c:v>8.83398109988</c:v>
                </c:pt>
                <c:pt idx="56">
                  <c:v>8.76745865307</c:v>
                </c:pt>
                <c:pt idx="57">
                  <c:v>7.97303081953</c:v>
                </c:pt>
                <c:pt idx="58">
                  <c:v>9.54587516328</c:v>
                </c:pt>
                <c:pt idx="59">
                  <c:v>8.6302590064</c:v>
                </c:pt>
                <c:pt idx="60">
                  <c:v>8.31340316289</c:v>
                </c:pt>
                <c:pt idx="61">
                  <c:v>8.44964498821</c:v>
                </c:pt>
                <c:pt idx="62">
                  <c:v>9.18200299048</c:v>
                </c:pt>
                <c:pt idx="63">
                  <c:v>8.69257286613</c:v>
                </c:pt>
                <c:pt idx="64">
                  <c:v>8.41034694225</c:v>
                </c:pt>
                <c:pt idx="65">
                  <c:v>8.83061881807</c:v>
                </c:pt>
                <c:pt idx="66">
                  <c:v>8.23814148682</c:v>
                </c:pt>
                <c:pt idx="67">
                  <c:v>9.41059386337</c:v>
                </c:pt>
                <c:pt idx="68">
                  <c:v>8.31792133086</c:v>
                </c:pt>
                <c:pt idx="69">
                  <c:v>10.3993215926</c:v>
                </c:pt>
                <c:pt idx="70">
                  <c:v>8.73493497572</c:v>
                </c:pt>
                <c:pt idx="71">
                  <c:v>8.56415691953</c:v>
                </c:pt>
                <c:pt idx="72">
                  <c:v>8.80960011224</c:v>
                </c:pt>
                <c:pt idx="73">
                  <c:v>9.55860658334</c:v>
                </c:pt>
                <c:pt idx="74">
                  <c:v>8.17701387795</c:v>
                </c:pt>
                <c:pt idx="75">
                  <c:v>8.50054245952</c:v>
                </c:pt>
                <c:pt idx="76">
                  <c:v>10.1000572921</c:v>
                </c:pt>
                <c:pt idx="77">
                  <c:v>10.4060954055</c:v>
                </c:pt>
              </c:numCache>
            </c:numRef>
          </c:yVal>
        </c:ser>
        <c:ser>
          <c:idx val="1"/>
          <c:order val="1"/>
          <c:tx>
            <c:v>MG</c:v>
          </c:tx>
          <c:spPr>
            <a:solidFill xmlns:a="http://schemas.openxmlformats.org/drawingml/2006/main">
              <a:srgbClr val="CF8734"/>
            </a:solidFill>
            <a:ln xmlns:a="http://schemas.openxmlformats.org/drawingml/2006/main" w="9525">
              <a:solidFill>
                <a:srgbClr val="CF8734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CF8734"/>
              </a:solidFill>
            </c:spPr>
          </c:marker>
          <c:xVal>
            <c:numRef>
              <c:f>'Chart Data'!$C$2:$C$854</c:f>
              <c:numCache>
                <c:formatCode>General</c:formatCode>
                <c:ptCount val="853"/>
                <c:pt idx="0">
                  <c:v>3.84547013298</c:v>
                </c:pt>
                <c:pt idx="1">
                  <c:v>4.36642295723</c:v>
                </c:pt>
                <c:pt idx="2">
                  <c:v>4.1285285038</c:v>
                </c:pt>
                <c:pt idx="3">
                  <c:v>3.60140806053</c:v>
                </c:pt>
                <c:pt idx="4">
                  <c:v>3.97164688206</c:v>
                </c:pt>
                <c:pt idx="5">
                  <c:v>4.13107304803</c:v>
                </c:pt>
                <c:pt idx="6">
                  <c:v>3.29928933409</c:v>
                </c:pt>
                <c:pt idx="7">
                  <c:v>3.65533055801</c:v>
                </c:pt>
                <c:pt idx="8">
                  <c:v>4.28436304631</c:v>
                </c:pt>
                <c:pt idx="9">
                  <c:v>4.13350697378</c:v>
                </c:pt>
                <c:pt idx="10">
                  <c:v>4.40038254805</c:v>
                </c:pt>
                <c:pt idx="11">
                  <c:v>3.77641058881</c:v>
                </c:pt>
                <c:pt idx="12">
                  <c:v>3.42569721336</c:v>
                </c:pt>
                <c:pt idx="13">
                  <c:v>3.47871075551</c:v>
                </c:pt>
                <c:pt idx="14">
                  <c:v>4.54901553006</c:v>
                </c:pt>
                <c:pt idx="15">
                  <c:v>4.90576350939</c:v>
                </c:pt>
                <c:pt idx="16">
                  <c:v>3.84391763801</c:v>
                </c:pt>
                <c:pt idx="17">
                  <c:v>4.62472544815</c:v>
                </c:pt>
                <c:pt idx="18">
                  <c:v>3.8713393811</c:v>
                </c:pt>
                <c:pt idx="19">
                  <c:v>4.30011701829</c:v>
                </c:pt>
                <c:pt idx="20">
                  <c:v>4.16187687683</c:v>
                </c:pt>
                <c:pt idx="21">
                  <c:v>3.77041013151</c:v>
                </c:pt>
                <c:pt idx="22">
                  <c:v>4.03578983313</c:v>
                </c:pt>
                <c:pt idx="23">
                  <c:v>3.584783379</c:v>
                </c:pt>
                <c:pt idx="24">
                  <c:v>4.18095695133</c:v>
                </c:pt>
                <c:pt idx="25">
                  <c:v>3.55690526906</c:v>
                </c:pt>
                <c:pt idx="26">
                  <c:v>3.67006021747</c:v>
                </c:pt>
                <c:pt idx="27">
                  <c:v>4.61695837827</c:v>
                </c:pt>
                <c:pt idx="28">
                  <c:v>3.9750639961</c:v>
                </c:pt>
                <c:pt idx="29">
                  <c:v>4.08657336562</c:v>
                </c:pt>
                <c:pt idx="30">
                  <c:v>3.93232153199</c:v>
                </c:pt>
                <c:pt idx="31">
                  <c:v>4.05914671943</c:v>
                </c:pt>
                <c:pt idx="32">
                  <c:v>3.96731391829</c:v>
                </c:pt>
                <c:pt idx="33">
                  <c:v>3.20057692675</c:v>
                </c:pt>
                <c:pt idx="34">
                  <c:v>3.37180645851</c:v>
                </c:pt>
                <c:pt idx="35">
                  <c:v>3.31365634662</c:v>
                </c:pt>
                <c:pt idx="36">
                  <c:v>4.56480804469</c:v>
                </c:pt>
                <c:pt idx="37">
                  <c:v>5.07123744843</c:v>
                </c:pt>
                <c:pt idx="38">
                  <c:v>3.44513696871</c:v>
                </c:pt>
                <c:pt idx="39">
                  <c:v>3.92701086898</c:v>
                </c:pt>
                <c:pt idx="40">
                  <c:v>3.84079589885</c:v>
                </c:pt>
                <c:pt idx="41">
                  <c:v>3.45255306323</c:v>
                </c:pt>
                <c:pt idx="42">
                  <c:v>3.97317405268</c:v>
                </c:pt>
                <c:pt idx="43">
                  <c:v>5.03074945287</c:v>
                </c:pt>
                <c:pt idx="44">
                  <c:v>4.03674862917</c:v>
                </c:pt>
                <c:pt idx="45">
                  <c:v>4.60616631461</c:v>
                </c:pt>
                <c:pt idx="46">
                  <c:v>4.18130038027</c:v>
                </c:pt>
                <c:pt idx="47">
                  <c:v>3.43200668727</c:v>
                </c:pt>
                <c:pt idx="48">
                  <c:v>3.72172819857</c:v>
                </c:pt>
                <c:pt idx="49">
                  <c:v>4.25193008503</c:v>
                </c:pt>
                <c:pt idx="50">
                  <c:v>4.15442397311</c:v>
                </c:pt>
                <c:pt idx="51">
                  <c:v>4.10305074744</c:v>
                </c:pt>
                <c:pt idx="52">
                  <c:v>3.68583127463</c:v>
                </c:pt>
                <c:pt idx="53">
                  <c:v>4.28327860861</c:v>
                </c:pt>
                <c:pt idx="54">
                  <c:v>3.89226160692</c:v>
                </c:pt>
                <c:pt idx="55">
                  <c:v>4.37836155679</c:v>
                </c:pt>
                <c:pt idx="56">
                  <c:v>3.67815403801</c:v>
                </c:pt>
                <c:pt idx="57">
                  <c:v>3.76177753751</c:v>
                </c:pt>
                <c:pt idx="58">
                  <c:v>4.51674685091</c:v>
                </c:pt>
                <c:pt idx="59">
                  <c:v>3.72867836685</c:v>
                </c:pt>
                <c:pt idx="60">
                  <c:v>5.14052061288</c:v>
                </c:pt>
                <c:pt idx="61">
                  <c:v>3.70027093736</c:v>
                </c:pt>
                <c:pt idx="62">
                  <c:v>4.32008394272</c:v>
                </c:pt>
                <c:pt idx="63">
                  <c:v>4.01123201032</c:v>
                </c:pt>
                <c:pt idx="64">
                  <c:v>3.53466057583</c:v>
                </c:pt>
                <c:pt idx="65">
                  <c:v>6.40166999549</c:v>
                </c:pt>
                <c:pt idx="66">
                  <c:v>4.43126724355</c:v>
                </c:pt>
                <c:pt idx="67">
                  <c:v>3.88756104093</c:v>
                </c:pt>
                <c:pt idx="68">
                  <c:v>4.07452388793</c:v>
                </c:pt>
                <c:pt idx="69">
                  <c:v>3.66341821225</c:v>
                </c:pt>
                <c:pt idx="70">
                  <c:v>3.67797175281</c:v>
                </c:pt>
                <c:pt idx="71">
                  <c:v>5.64814915619</c:v>
                </c:pt>
                <c:pt idx="72">
                  <c:v>3.52231379516</c:v>
                </c:pt>
                <c:pt idx="73">
                  <c:v>4.16298237059</c:v>
                </c:pt>
                <c:pt idx="74">
                  <c:v>3.39759243404</c:v>
                </c:pt>
                <c:pt idx="75">
                  <c:v>4.60443126815</c:v>
                </c:pt>
                <c:pt idx="76">
                  <c:v>3.70663245087</c:v>
                </c:pt>
                <c:pt idx="77">
                  <c:v>4.70118791905</c:v>
                </c:pt>
                <c:pt idx="78">
                  <c:v>4.70780854685</c:v>
                </c:pt>
                <c:pt idx="79">
                  <c:v>3.81016528454</c:v>
                </c:pt>
                <c:pt idx="80">
                  <c:v>3.62777537523</c:v>
                </c:pt>
                <c:pt idx="81">
                  <c:v>3.78767296469</c:v>
                </c:pt>
                <c:pt idx="82">
                  <c:v>4.17207725697</c:v>
                </c:pt>
                <c:pt idx="83">
                  <c:v>4.02271698005</c:v>
                </c:pt>
                <c:pt idx="84">
                  <c:v>4.24568536423</c:v>
                </c:pt>
                <c:pt idx="85">
                  <c:v>3.83632411571</c:v>
                </c:pt>
                <c:pt idx="86">
                  <c:v>3.73591811653</c:v>
                </c:pt>
                <c:pt idx="87">
                  <c:v>4.05572226648</c:v>
                </c:pt>
                <c:pt idx="88">
                  <c:v>4.29256617096</c:v>
                </c:pt>
                <c:pt idx="89">
                  <c:v>4.17461214189</c:v>
                </c:pt>
                <c:pt idx="90">
                  <c:v>3.79851253303</c:v>
                </c:pt>
                <c:pt idx="91">
                  <c:v>4.22396295222</c:v>
                </c:pt>
                <c:pt idx="92">
                  <c:v>4.51061202579</c:v>
                </c:pt>
                <c:pt idx="93">
                  <c:v>3.63276088848</c:v>
                </c:pt>
                <c:pt idx="94">
                  <c:v>3.67842732243</c:v>
                </c:pt>
                <c:pt idx="95">
                  <c:v>4.15866398081</c:v>
                </c:pt>
                <c:pt idx="96">
                  <c:v>4.60923145632</c:v>
                </c:pt>
                <c:pt idx="97">
                  <c:v>4.04103720787</c:v>
                </c:pt>
                <c:pt idx="98">
                  <c:v>4.01506621401</c:v>
                </c:pt>
                <c:pt idx="99">
                  <c:v>3.60021030641</c:v>
                </c:pt>
                <c:pt idx="100">
                  <c:v>4.39816578311</c:v>
                </c:pt>
                <c:pt idx="101">
                  <c:v>4.4490307604</c:v>
                </c:pt>
                <c:pt idx="102">
                  <c:v>3.84435289631</c:v>
                </c:pt>
                <c:pt idx="103">
                  <c:v>4.14844840352</c:v>
                </c:pt>
                <c:pt idx="104">
                  <c:v>3.55521540513</c:v>
                </c:pt>
                <c:pt idx="105">
                  <c:v>4.06367105393</c:v>
                </c:pt>
                <c:pt idx="106">
                  <c:v>3.43232779226</c:v>
                </c:pt>
                <c:pt idx="107">
                  <c:v>4.0700009038</c:v>
                </c:pt>
                <c:pt idx="108">
                  <c:v>4.65366587352</c:v>
                </c:pt>
                <c:pt idx="109">
                  <c:v>3.74358815016</c:v>
                </c:pt>
                <c:pt idx="110">
                  <c:v>3.59922786277</c:v>
                </c:pt>
                <c:pt idx="111">
                  <c:v>4.16259427444</c:v>
                </c:pt>
                <c:pt idx="112">
                  <c:v>3.45773054825</c:v>
                </c:pt>
                <c:pt idx="113">
                  <c:v>4.33847641491</c:v>
                </c:pt>
                <c:pt idx="114">
                  <c:v>4.47442024713</c:v>
                </c:pt>
                <c:pt idx="115">
                  <c:v>4.10761692999</c:v>
                </c:pt>
                <c:pt idx="116">
                  <c:v>3.57170883181</c:v>
                </c:pt>
                <c:pt idx="117">
                  <c:v>4.22432583632</c:v>
                </c:pt>
                <c:pt idx="118">
                  <c:v>4.3233346186</c:v>
                </c:pt>
                <c:pt idx="119">
                  <c:v>4.29561107692</c:v>
                </c:pt>
                <c:pt idx="120">
                  <c:v>3.5825178836</c:v>
                </c:pt>
                <c:pt idx="121">
                  <c:v>4.73388709266</c:v>
                </c:pt>
                <c:pt idx="122">
                  <c:v>4.06636320226</c:v>
                </c:pt>
                <c:pt idx="123">
                  <c:v>3.91745299193</c:v>
                </c:pt>
                <c:pt idx="124">
                  <c:v>4.19209331745</c:v>
                </c:pt>
                <c:pt idx="125">
                  <c:v>4.46002537251</c:v>
                </c:pt>
                <c:pt idx="126">
                  <c:v>3.65782045602</c:v>
                </c:pt>
                <c:pt idx="127">
                  <c:v>4.08639542712</c:v>
                </c:pt>
                <c:pt idx="128">
                  <c:v>3.74772246204</c:v>
                </c:pt>
                <c:pt idx="129">
                  <c:v>4.17283636012</c:v>
                </c:pt>
                <c:pt idx="130">
                  <c:v>3.65810683551</c:v>
                </c:pt>
                <c:pt idx="131">
                  <c:v>3.73647618203</c:v>
                </c:pt>
                <c:pt idx="132">
                  <c:v>3.66595602945</c:v>
                </c:pt>
                <c:pt idx="133">
                  <c:v>4.58043455025</c:v>
                </c:pt>
                <c:pt idx="134">
                  <c:v>3.83821922191</c:v>
                </c:pt>
                <c:pt idx="135">
                  <c:v>3.9923767598</c:v>
                </c:pt>
                <c:pt idx="136">
                  <c:v>4.21042554163</c:v>
                </c:pt>
                <c:pt idx="137">
                  <c:v>3.74146676177</c:v>
                </c:pt>
                <c:pt idx="138">
                  <c:v>4.18506028252</c:v>
                </c:pt>
                <c:pt idx="139">
                  <c:v>3.9376683144</c:v>
                </c:pt>
                <c:pt idx="140">
                  <c:v>3.96885637461</c:v>
                </c:pt>
                <c:pt idx="141">
                  <c:v>4.37621185028</c:v>
                </c:pt>
                <c:pt idx="142">
                  <c:v>3.50051091053</c:v>
                </c:pt>
                <c:pt idx="143">
                  <c:v>4.40940894997</c:v>
                </c:pt>
                <c:pt idx="144">
                  <c:v>4.51865868058</c:v>
                </c:pt>
                <c:pt idx="145">
                  <c:v>4.96662505647</c:v>
                </c:pt>
                <c:pt idx="146">
                  <c:v>3.97377419397</c:v>
                </c:pt>
                <c:pt idx="147">
                  <c:v>3.83199767724</c:v>
                </c:pt>
                <c:pt idx="148">
                  <c:v>4.27123735447</c:v>
                </c:pt>
                <c:pt idx="149">
                  <c:v>3.42258983985</c:v>
                </c:pt>
                <c:pt idx="150">
                  <c:v>4.08571859517</c:v>
                </c:pt>
                <c:pt idx="151">
                  <c:v>4.06111305392</c:v>
                </c:pt>
                <c:pt idx="152">
                  <c:v>4.17455403452</c:v>
                </c:pt>
                <c:pt idx="153">
                  <c:v>4.35589191313</c:v>
                </c:pt>
                <c:pt idx="154">
                  <c:v>4.48192968243</c:v>
                </c:pt>
                <c:pt idx="155">
                  <c:v>4.32772665164</c:v>
                </c:pt>
                <c:pt idx="156">
                  <c:v>4.29134664669</c:v>
                </c:pt>
                <c:pt idx="157">
                  <c:v>4.00285692606</c:v>
                </c:pt>
                <c:pt idx="158">
                  <c:v>3.60734777677</c:v>
                </c:pt>
                <c:pt idx="159">
                  <c:v>3.55594043782</c:v>
                </c:pt>
                <c:pt idx="160">
                  <c:v>3.64943222324</c:v>
                </c:pt>
                <c:pt idx="161">
                  <c:v>3.35295391171</c:v>
                </c:pt>
                <c:pt idx="162">
                  <c:v>3.49023948525</c:v>
                </c:pt>
                <c:pt idx="163">
                  <c:v>4.2489536155</c:v>
                </c:pt>
                <c:pt idx="164">
                  <c:v>3.59615708092</c:v>
                </c:pt>
                <c:pt idx="165">
                  <c:v>4.87817698049</c:v>
                </c:pt>
                <c:pt idx="166">
                  <c:v>3.73407940728</c:v>
                </c:pt>
                <c:pt idx="167">
                  <c:v>3.56264967221</c:v>
                </c:pt>
                <c:pt idx="168">
                  <c:v>3.79636615498</c:v>
                </c:pt>
                <c:pt idx="169">
                  <c:v>3.69591925283</c:v>
                </c:pt>
                <c:pt idx="170">
                  <c:v>4.33465476688</c:v>
                </c:pt>
                <c:pt idx="171">
                  <c:v>3.06333335895</c:v>
                </c:pt>
                <c:pt idx="172">
                  <c:v>3.84794263885</c:v>
                </c:pt>
                <c:pt idx="173">
                  <c:v>4.01477247407</c:v>
                </c:pt>
                <c:pt idx="174">
                  <c:v>3.50324577147</c:v>
                </c:pt>
                <c:pt idx="175">
                  <c:v>3.75579865697</c:v>
                </c:pt>
                <c:pt idx="176">
                  <c:v>4.18596689277</c:v>
                </c:pt>
                <c:pt idx="177">
                  <c:v>4.14466759423</c:v>
                </c:pt>
                <c:pt idx="178">
                  <c:v>3.42667388802</c:v>
                </c:pt>
                <c:pt idx="179">
                  <c:v>3.83244504117</c:v>
                </c:pt>
                <c:pt idx="180">
                  <c:v>3.68601029132</c:v>
                </c:pt>
                <c:pt idx="181">
                  <c:v>3.87587119073</c:v>
                </c:pt>
                <c:pt idx="182">
                  <c:v>4.46028127818</c:v>
                </c:pt>
                <c:pt idx="183">
                  <c:v>3.8804705928</c:v>
                </c:pt>
                <c:pt idx="184">
                  <c:v>3.94650139057</c:v>
                </c:pt>
                <c:pt idx="185">
                  <c:v>3.49415459402</c:v>
                </c:pt>
                <c:pt idx="186">
                  <c:v>3.83084519231</c:v>
                </c:pt>
                <c:pt idx="187">
                  <c:v>4.01376385473</c:v>
                </c:pt>
                <c:pt idx="188">
                  <c:v>3.44916973217</c:v>
                </c:pt>
                <c:pt idx="189">
                  <c:v>4.45249178279</c:v>
                </c:pt>
                <c:pt idx="190">
                  <c:v>3.66067578834</c:v>
                </c:pt>
                <c:pt idx="191">
                  <c:v>4.24311249279</c:v>
                </c:pt>
                <c:pt idx="192">
                  <c:v>3.74296067021</c:v>
                </c:pt>
                <c:pt idx="193">
                  <c:v>4.13621306551</c:v>
                </c:pt>
                <c:pt idx="194">
                  <c:v>4.06996393785</c:v>
                </c:pt>
                <c:pt idx="195">
                  <c:v>3.88570038013</c:v>
                </c:pt>
                <c:pt idx="196">
                  <c:v>3.83250891271</c:v>
                </c:pt>
                <c:pt idx="197">
                  <c:v>4.08213883139</c:v>
                </c:pt>
                <c:pt idx="198">
                  <c:v>4.74279580639</c:v>
                </c:pt>
                <c:pt idx="199">
                  <c:v>3.70294724618</c:v>
                </c:pt>
                <c:pt idx="200">
                  <c:v>3.84317046452</c:v>
                </c:pt>
                <c:pt idx="201">
                  <c:v>5.1126251073</c:v>
                </c:pt>
                <c:pt idx="202">
                  <c:v>4.36076376595</c:v>
                </c:pt>
                <c:pt idx="203">
                  <c:v>3.25139485004</c:v>
                </c:pt>
                <c:pt idx="204">
                  <c:v>5.82539300885</c:v>
                </c:pt>
                <c:pt idx="205">
                  <c:v>3.96037563141</c:v>
                </c:pt>
                <c:pt idx="206">
                  <c:v>4.42506119497</c:v>
                </c:pt>
                <c:pt idx="207">
                  <c:v>3.94924359057</c:v>
                </c:pt>
                <c:pt idx="208">
                  <c:v>3.54924855685</c:v>
                </c:pt>
                <c:pt idx="209">
                  <c:v>4.3741615606</c:v>
                </c:pt>
                <c:pt idx="210">
                  <c:v>3.99751743941</c:v>
                </c:pt>
                <c:pt idx="211">
                  <c:v>4.44663035332</c:v>
                </c:pt>
                <c:pt idx="212">
                  <c:v>5.04253613672</c:v>
                </c:pt>
                <c:pt idx="213">
                  <c:v>3.96449533956</c:v>
                </c:pt>
                <c:pt idx="214">
                  <c:v>3.48995847942</c:v>
                </c:pt>
                <c:pt idx="215">
                  <c:v>3.53668467262</c:v>
                </c:pt>
                <c:pt idx="216">
                  <c:v>3.50392680419</c:v>
                </c:pt>
                <c:pt idx="217">
                  <c:v>3.5674968911</c:v>
                </c:pt>
                <c:pt idx="218">
                  <c:v>3.80495679986</c:v>
                </c:pt>
                <c:pt idx="219">
                  <c:v>3.43584436598</c:v>
                </c:pt>
                <c:pt idx="220">
                  <c:v>3.64571693937</c:v>
                </c:pt>
                <c:pt idx="221">
                  <c:v>3.82994669594</c:v>
                </c:pt>
                <c:pt idx="222">
                  <c:v>4.11163211171</c:v>
                </c:pt>
                <c:pt idx="223">
                  <c:v>3.7768464087</c:v>
                </c:pt>
                <c:pt idx="224">
                  <c:v>3.71231290868</c:v>
                </c:pt>
                <c:pt idx="225">
                  <c:v>4.00970578839</c:v>
                </c:pt>
                <c:pt idx="226">
                  <c:v>3.70363523758</c:v>
                </c:pt>
                <c:pt idx="227">
                  <c:v>3.56098205559</c:v>
                </c:pt>
                <c:pt idx="228">
                  <c:v>4.18960259252</c:v>
                </c:pt>
                <c:pt idx="229">
                  <c:v>3.69940408182</c:v>
                </c:pt>
                <c:pt idx="230">
                  <c:v>3.89203892034</c:v>
                </c:pt>
                <c:pt idx="231">
                  <c:v>4.90642124555</c:v>
                </c:pt>
                <c:pt idx="232">
                  <c:v>3.73407940728</c:v>
                </c:pt>
                <c:pt idx="233">
                  <c:v>3.90395770852</c:v>
                </c:pt>
                <c:pt idx="234">
                  <c:v>3.85315043645</c:v>
                </c:pt>
                <c:pt idx="235">
                  <c:v>4.03213504688</c:v>
                </c:pt>
                <c:pt idx="236">
                  <c:v>3.70148163562</c:v>
                </c:pt>
                <c:pt idx="237">
                  <c:v>3.86063741677</c:v>
                </c:pt>
                <c:pt idx="238">
                  <c:v>3.45999525605</c:v>
                </c:pt>
                <c:pt idx="239">
                  <c:v>4.6796549787</c:v>
                </c:pt>
                <c:pt idx="240">
                  <c:v>3.57863920997</c:v>
                </c:pt>
                <c:pt idx="241">
                  <c:v>3.8813275841</c:v>
                </c:pt>
                <c:pt idx="242">
                  <c:v>3.53453375601</c:v>
                </c:pt>
                <c:pt idx="243">
                  <c:v>4.30050852934</c:v>
                </c:pt>
                <c:pt idx="244">
                  <c:v>3.69670578093</c:v>
                </c:pt>
                <c:pt idx="245">
                  <c:v>3.88161287248</c:v>
                </c:pt>
                <c:pt idx="246">
                  <c:v>5.38094891549</c:v>
                </c:pt>
                <c:pt idx="247">
                  <c:v>3.83683028649</c:v>
                </c:pt>
                <c:pt idx="248">
                  <c:v>3.77995705125</c:v>
                </c:pt>
                <c:pt idx="249">
                  <c:v>4.04964435257</c:v>
                </c:pt>
                <c:pt idx="250">
                  <c:v>3.56288738129</c:v>
                </c:pt>
                <c:pt idx="251">
                  <c:v>3.70311934624</c:v>
                </c:pt>
                <c:pt idx="252">
                  <c:v>3.64845759428</c:v>
                </c:pt>
                <c:pt idx="253">
                  <c:v>3.71866773532</c:v>
                </c:pt>
                <c:pt idx="254">
                  <c:v>3.47668674295</c:v>
                </c:pt>
                <c:pt idx="255">
                  <c:v>3.82079238109</c:v>
                </c:pt>
                <c:pt idx="256">
                  <c:v>4.00957836079</c:v>
                </c:pt>
                <c:pt idx="257">
                  <c:v>3.71214441421</c:v>
                </c:pt>
                <c:pt idx="258">
                  <c:v>4.12797898892</c:v>
                </c:pt>
                <c:pt idx="259">
                  <c:v>3.62634036738</c:v>
                </c:pt>
                <c:pt idx="260">
                  <c:v>3.18554215485</c:v>
                </c:pt>
                <c:pt idx="261">
                  <c:v>3.28148788794</c:v>
                </c:pt>
                <c:pt idx="262">
                  <c:v>3.89597473236</c:v>
                </c:pt>
                <c:pt idx="263">
                  <c:v>4.45209324902</c:v>
                </c:pt>
                <c:pt idx="264">
                  <c:v>4.04929556833</c:v>
                </c:pt>
                <c:pt idx="265">
                  <c:v>3.85979854748</c:v>
                </c:pt>
                <c:pt idx="266">
                  <c:v>3.73054003648</c:v>
                </c:pt>
                <c:pt idx="267">
                  <c:v>4.18695633547</c:v>
                </c:pt>
                <c:pt idx="268">
                  <c:v>4.27779251893</c:v>
                </c:pt>
                <c:pt idx="269">
                  <c:v>4.85461570786</c:v>
                </c:pt>
                <c:pt idx="270">
                  <c:v>4.40005421127</c:v>
                </c:pt>
                <c:pt idx="271">
                  <c:v>4.49982449584</c:v>
                </c:pt>
                <c:pt idx="272">
                  <c:v>3.67302090713</c:v>
                </c:pt>
                <c:pt idx="273">
                  <c:v>4.05637117948</c:v>
                </c:pt>
                <c:pt idx="274">
                  <c:v>3.36642295723</c:v>
                </c:pt>
                <c:pt idx="275">
                  <c:v>3.54294984881</c:v>
                </c:pt>
                <c:pt idx="276">
                  <c:v>3.90406605191</c:v>
                </c:pt>
                <c:pt idx="277">
                  <c:v>4.05422990986</c:v>
                </c:pt>
                <c:pt idx="278">
                  <c:v>3.59361830813</c:v>
                </c:pt>
                <c:pt idx="279">
                  <c:v>4.56762619614</c:v>
                </c:pt>
                <c:pt idx="280">
                  <c:v>3.37584643631</c:v>
                </c:pt>
                <c:pt idx="281">
                  <c:v>3.50799072482</c:v>
                </c:pt>
                <c:pt idx="282">
                  <c:v>3.67246731307</c:v>
                </c:pt>
                <c:pt idx="283">
                  <c:v>3.5014700721</c:v>
                </c:pt>
                <c:pt idx="284">
                  <c:v>3.87529282537</c:v>
                </c:pt>
                <c:pt idx="285">
                  <c:v>4.18845035619</c:v>
                </c:pt>
                <c:pt idx="286">
                  <c:v>3.53982855838</c:v>
                </c:pt>
                <c:pt idx="287">
                  <c:v>3.98659260682</c:v>
                </c:pt>
                <c:pt idx="288">
                  <c:v>4.04351946025</c:v>
                </c:pt>
                <c:pt idx="289">
                  <c:v>3.87696796743</c:v>
                </c:pt>
                <c:pt idx="290">
                  <c:v>4.83137059252</c:v>
                </c:pt>
                <c:pt idx="291">
                  <c:v>3.98623413013</c:v>
                </c:pt>
                <c:pt idx="292">
                  <c:v>3.64708942872</c:v>
                </c:pt>
                <c:pt idx="293">
                  <c:v>3.47231754632</c:v>
                </c:pt>
                <c:pt idx="294">
                  <c:v>4.01372177805</c:v>
                </c:pt>
                <c:pt idx="295">
                  <c:v>3.71949701661</c:v>
                </c:pt>
                <c:pt idx="296">
                  <c:v>4.42109366022</c:v>
                </c:pt>
                <c:pt idx="297">
                  <c:v>3.72737856945</c:v>
                </c:pt>
                <c:pt idx="298">
                  <c:v>3.76856410951</c:v>
                </c:pt>
                <c:pt idx="299">
                  <c:v>3.98515692128</c:v>
                </c:pt>
                <c:pt idx="300">
                  <c:v>3.54245194738</c:v>
                </c:pt>
                <c:pt idx="301">
                  <c:v>4.26698388477</c:v>
                </c:pt>
                <c:pt idx="302">
                  <c:v>3.65906007224</c:v>
                </c:pt>
                <c:pt idx="303">
                  <c:v>3.72419391951</c:v>
                </c:pt>
                <c:pt idx="304">
                  <c:v>4.7782381006</c:v>
                </c:pt>
                <c:pt idx="305">
                  <c:v>3.64266233144</c:v>
                </c:pt>
                <c:pt idx="306">
                  <c:v>3.83186977428</c:v>
                </c:pt>
                <c:pt idx="307">
                  <c:v>3.70722941933</c:v>
                </c:pt>
                <c:pt idx="308">
                  <c:v>3.50023647483</c:v>
                </c:pt>
                <c:pt idx="309">
                  <c:v>3.52865964523</c:v>
                </c:pt>
                <c:pt idx="310">
                  <c:v>3.60097289569</c:v>
                </c:pt>
                <c:pt idx="311">
                  <c:v>3.63898815934</c:v>
                </c:pt>
                <c:pt idx="312">
                  <c:v>3.79035554641</c:v>
                </c:pt>
                <c:pt idx="313">
                  <c:v>4.07254398564</c:v>
                </c:pt>
                <c:pt idx="314">
                  <c:v>5.44877740856</c:v>
                </c:pt>
                <c:pt idx="315">
                  <c:v>4.20112389721</c:v>
                </c:pt>
                <c:pt idx="316">
                  <c:v>3.14207646107</c:v>
                </c:pt>
                <c:pt idx="317">
                  <c:v>4.53873706618</c:v>
                </c:pt>
                <c:pt idx="318">
                  <c:v>4.15405861038</c:v>
                </c:pt>
                <c:pt idx="319">
                  <c:v>4.01346923231</c:v>
                </c:pt>
                <c:pt idx="320">
                  <c:v>3.69801350394</c:v>
                </c:pt>
                <c:pt idx="321">
                  <c:v>4.27914200649</c:v>
                </c:pt>
                <c:pt idx="322">
                  <c:v>3.95026746801</c:v>
                </c:pt>
                <c:pt idx="323">
                  <c:v>3.57691695597</c:v>
                </c:pt>
                <c:pt idx="324">
                  <c:v>3.81749926187</c:v>
                </c:pt>
                <c:pt idx="325">
                  <c:v>4.71665429726</c:v>
                </c:pt>
                <c:pt idx="326">
                  <c:v>3.84825071468</c:v>
                </c:pt>
                <c:pt idx="327">
                  <c:v>3.90875301918</c:v>
                </c:pt>
                <c:pt idx="328">
                  <c:v>3.92132224358</c:v>
                </c:pt>
                <c:pt idx="329">
                  <c:v>3.74640064449</c:v>
                </c:pt>
                <c:pt idx="330">
                  <c:v>3.81895131164</c:v>
                </c:pt>
                <c:pt idx="331">
                  <c:v>4.04316572021</c:v>
                </c:pt>
                <c:pt idx="332">
                  <c:v>3.69983772587</c:v>
                </c:pt>
                <c:pt idx="333">
                  <c:v>4.40411499751</c:v>
                </c:pt>
                <c:pt idx="334">
                  <c:v>3.92618804911</c:v>
                </c:pt>
                <c:pt idx="335">
                  <c:v>3.72989340396</c:v>
                </c:pt>
                <c:pt idx="336">
                  <c:v>4.1456935239</c:v>
                </c:pt>
                <c:pt idx="337">
                  <c:v>5.26043632832</c:v>
                </c:pt>
                <c:pt idx="338">
                  <c:v>3.54307423503</c:v>
                </c:pt>
                <c:pt idx="339">
                  <c:v>3.47654180903</c:v>
                </c:pt>
                <c:pt idx="340">
                  <c:v>4.08267768065</c:v>
                </c:pt>
                <c:pt idx="341">
                  <c:v>4.64164263959</c:v>
                </c:pt>
                <c:pt idx="342">
                  <c:v>4.04159004689</c:v>
                </c:pt>
                <c:pt idx="343">
                  <c:v>3.89888965593</c:v>
                </c:pt>
                <c:pt idx="344">
                  <c:v>3.82020145949</c:v>
                </c:pt>
                <c:pt idx="345">
                  <c:v>4.09496000244</c:v>
                </c:pt>
                <c:pt idx="346">
                  <c:v>3.84135947045</c:v>
                </c:pt>
                <c:pt idx="347">
                  <c:v>3.8667597835</c:v>
                </c:pt>
                <c:pt idx="348">
                  <c:v>3.8656368877</c:v>
                </c:pt>
                <c:pt idx="349">
                  <c:v>3.84204728851</c:v>
                </c:pt>
                <c:pt idx="350">
                  <c:v>3.44341946178</c:v>
                </c:pt>
                <c:pt idx="351">
                  <c:v>4.38163844673</c:v>
                </c:pt>
                <c:pt idx="352">
                  <c:v>3.8001669902</c:v>
                </c:pt>
                <c:pt idx="353">
                  <c:v>3.8785217955</c:v>
                </c:pt>
                <c:pt idx="354">
                  <c:v>4.27344113431</c:v>
                </c:pt>
                <c:pt idx="355">
                  <c:v>4.30102999566</c:v>
                </c:pt>
                <c:pt idx="356">
                  <c:v>5.42391564567</c:v>
                </c:pt>
                <c:pt idx="357">
                  <c:v>3.62582671329</c:v>
                </c:pt>
                <c:pt idx="358">
                  <c:v>4.00509467507</c:v>
                </c:pt>
                <c:pt idx="359">
                  <c:v>3.84676995354</c:v>
                </c:pt>
                <c:pt idx="360">
                  <c:v>5.08244066934</c:v>
                </c:pt>
                <c:pt idx="361">
                  <c:v>4.06355851811</c:v>
                </c:pt>
                <c:pt idx="362">
                  <c:v>4.71971237062</c:v>
                </c:pt>
                <c:pt idx="363">
                  <c:v>3.73375883559</c:v>
                </c:pt>
                <c:pt idx="364">
                  <c:v>4.25921149323</c:v>
                </c:pt>
                <c:pt idx="365">
                  <c:v>4.12823767077</c:v>
                </c:pt>
                <c:pt idx="366">
                  <c:v>4.10842970842</c:v>
                </c:pt>
                <c:pt idx="367">
                  <c:v>4.98826457134</c:v>
                </c:pt>
                <c:pt idx="368">
                  <c:v>4.54327317891</c:v>
                </c:pt>
                <c:pt idx="369">
                  <c:v>3.64097805736</c:v>
                </c:pt>
                <c:pt idx="370">
                  <c:v>4.36565642853</c:v>
                </c:pt>
                <c:pt idx="371">
                  <c:v>3.31302311032</c:v>
                </c:pt>
                <c:pt idx="372">
                  <c:v>4.00676545245</c:v>
                </c:pt>
                <c:pt idx="373">
                  <c:v>4.19628674881</c:v>
                </c:pt>
                <c:pt idx="374">
                  <c:v>4.18816885859</c:v>
                </c:pt>
                <c:pt idx="375">
                  <c:v>4.08792332093</c:v>
                </c:pt>
                <c:pt idx="376">
                  <c:v>4.32281862101</c:v>
                </c:pt>
                <c:pt idx="377">
                  <c:v>4.18692809693</c:v>
                </c:pt>
                <c:pt idx="378">
                  <c:v>4.33767884895</c:v>
                </c:pt>
                <c:pt idx="379">
                  <c:v>3.99480089929</c:v>
                </c:pt>
                <c:pt idx="380">
                  <c:v>4.05122972349</c:v>
                </c:pt>
                <c:pt idx="381">
                  <c:v>4.20948820541</c:v>
                </c:pt>
                <c:pt idx="382">
                  <c:v>4.97242039412</c:v>
                </c:pt>
                <c:pt idx="383">
                  <c:v>3.72989340396</c:v>
                </c:pt>
                <c:pt idx="384">
                  <c:v>4.17672775764</c:v>
                </c:pt>
                <c:pt idx="385">
                  <c:v>3.78268756823</c:v>
                </c:pt>
                <c:pt idx="386">
                  <c:v>5.02224273558</c:v>
                </c:pt>
                <c:pt idx="387">
                  <c:v>3.77815125038</c:v>
                </c:pt>
                <c:pt idx="388">
                  <c:v>4.59868109891</c:v>
                </c:pt>
                <c:pt idx="389">
                  <c:v>3.57611089412</c:v>
                </c:pt>
                <c:pt idx="390">
                  <c:v>4.31001319948</c:v>
                </c:pt>
                <c:pt idx="391">
                  <c:v>4.09071644848</c:v>
                </c:pt>
                <c:pt idx="392">
                  <c:v>3.88598281135</c:v>
                </c:pt>
                <c:pt idx="393">
                  <c:v>4.41936086972</c:v>
                </c:pt>
                <c:pt idx="394">
                  <c:v>3.4972061807</c:v>
                </c:pt>
                <c:pt idx="395">
                  <c:v>4.59536392925</c:v>
                </c:pt>
                <c:pt idx="396">
                  <c:v>3.73471984166</c:v>
                </c:pt>
                <c:pt idx="397">
                  <c:v>4.85744105648</c:v>
                </c:pt>
                <c:pt idx="398">
                  <c:v>4.83156265341</c:v>
                </c:pt>
                <c:pt idx="399">
                  <c:v>3.64187054548</c:v>
                </c:pt>
                <c:pt idx="400">
                  <c:v>3.90211172345</c:v>
                </c:pt>
                <c:pt idx="401">
                  <c:v>3.68592079219</c:v>
                </c:pt>
                <c:pt idx="402">
                  <c:v>3.88862872539</c:v>
                </c:pt>
                <c:pt idx="403">
                  <c:v>4.09043441618</c:v>
                </c:pt>
                <c:pt idx="404">
                  <c:v>3.87320430928</c:v>
                </c:pt>
                <c:pt idx="405">
                  <c:v>3.71658757768</c:v>
                </c:pt>
                <c:pt idx="406">
                  <c:v>4.40609714447</c:v>
                </c:pt>
                <c:pt idx="407">
                  <c:v>3.67942789661</c:v>
                </c:pt>
                <c:pt idx="408">
                  <c:v>4.1890690094</c:v>
                </c:pt>
                <c:pt idx="409">
                  <c:v>3.65089007786</c:v>
                </c:pt>
                <c:pt idx="410">
                  <c:v>4.90534246691</c:v>
                </c:pt>
                <c:pt idx="411">
                  <c:v>4.67875503691</c:v>
                </c:pt>
                <c:pt idx="412">
                  <c:v>3.6745856023</c:v>
                </c:pt>
                <c:pt idx="413">
                  <c:v>4.03510940294</c:v>
                </c:pt>
                <c:pt idx="414">
                  <c:v>3.65195606953</c:v>
                </c:pt>
                <c:pt idx="415">
                  <c:v>3.70329137812</c:v>
                </c:pt>
                <c:pt idx="416">
                  <c:v>3.68922003726</c:v>
                </c:pt>
                <c:pt idx="417">
                  <c:v>3.75830618173</c:v>
                </c:pt>
                <c:pt idx="418">
                  <c:v>4.437623743</c:v>
                </c:pt>
                <c:pt idx="419">
                  <c:v>5.75837057861</c:v>
                </c:pt>
                <c:pt idx="420">
                  <c:v>3.63798978078</c:v>
                </c:pt>
                <c:pt idx="421">
                  <c:v>4.02861191507</c:v>
                </c:pt>
                <c:pt idx="422">
                  <c:v>3.75701623473</c:v>
                </c:pt>
                <c:pt idx="423">
                  <c:v>4.25990431952</c:v>
                </c:pt>
                <c:pt idx="424">
                  <c:v>3.88081359228</c:v>
                </c:pt>
                <c:pt idx="425">
                  <c:v>4.72190125546</c:v>
                </c:pt>
                <c:pt idx="426">
                  <c:v>3.61087300038</c:v>
                </c:pt>
                <c:pt idx="427">
                  <c:v>4.11604292685</c:v>
                </c:pt>
                <c:pt idx="428">
                  <c:v>4.25794243057</c:v>
                </c:pt>
                <c:pt idx="429">
                  <c:v>3.98263299439</c:v>
                </c:pt>
                <c:pt idx="430">
                  <c:v>4.81728103506</c:v>
                </c:pt>
                <c:pt idx="431">
                  <c:v>4.29924572803</c:v>
                </c:pt>
                <c:pt idx="432">
                  <c:v>4.32029171924</c:v>
                </c:pt>
                <c:pt idx="433">
                  <c:v>3.52878819177</c:v>
                </c:pt>
                <c:pt idx="434">
                  <c:v>3.83461142072</c:v>
                </c:pt>
                <c:pt idx="435">
                  <c:v>3.81311375401</c:v>
                </c:pt>
                <c:pt idx="436">
                  <c:v>5.0202908284</c:v>
                </c:pt>
                <c:pt idx="437">
                  <c:v>3.50866436305</c:v>
                </c:pt>
                <c:pt idx="438">
                  <c:v>3.69196510277</c:v>
                </c:pt>
                <c:pt idx="439">
                  <c:v>4.72131588061</c:v>
                </c:pt>
                <c:pt idx="440">
                  <c:v>3.70165431733</c:v>
                </c:pt>
                <c:pt idx="441">
                  <c:v>4.22334015888</c:v>
                </c:pt>
                <c:pt idx="442">
                  <c:v>3.88018455283</c:v>
                </c:pt>
                <c:pt idx="443">
                  <c:v>3.98739809914</c:v>
                </c:pt>
                <c:pt idx="444">
                  <c:v>3.79643555881</c:v>
                </c:pt>
                <c:pt idx="445">
                  <c:v>3.82723999951</c:v>
                </c:pt>
                <c:pt idx="446">
                  <c:v>3.73543920325</c:v>
                </c:pt>
                <c:pt idx="447">
                  <c:v>4.26142941556</c:v>
                </c:pt>
                <c:pt idx="448">
                  <c:v>3.85193067864</c:v>
                </c:pt>
                <c:pt idx="449">
                  <c:v>4.62749899251</c:v>
                </c:pt>
                <c:pt idx="450">
                  <c:v>3.70833590268</c:v>
                </c:pt>
                <c:pt idx="451">
                  <c:v>4.26955964004</c:v>
                </c:pt>
                <c:pt idx="452">
                  <c:v>3.81650643705</c:v>
                </c:pt>
                <c:pt idx="453">
                  <c:v>4.26069136594</c:v>
                </c:pt>
                <c:pt idx="454">
                  <c:v>4.95984719121</c:v>
                </c:pt>
                <c:pt idx="455">
                  <c:v>4.35797294134</c:v>
                </c:pt>
                <c:pt idx="456">
                  <c:v>4.44164801253</c:v>
                </c:pt>
                <c:pt idx="457">
                  <c:v>3.90558002824</c:v>
                </c:pt>
                <c:pt idx="458">
                  <c:v>4.11062337523</c:v>
                </c:pt>
                <c:pt idx="459">
                  <c:v>4.14786174849</c:v>
                </c:pt>
                <c:pt idx="460">
                  <c:v>4.78737544933</c:v>
                </c:pt>
                <c:pt idx="461">
                  <c:v>3.61246596395</c:v>
                </c:pt>
                <c:pt idx="462">
                  <c:v>4.19365322491</c:v>
                </c:pt>
                <c:pt idx="463">
                  <c:v>3.4752352226</c:v>
                </c:pt>
                <c:pt idx="464">
                  <c:v>3.60573589388</c:v>
                </c:pt>
                <c:pt idx="465">
                  <c:v>3.43584436598</c:v>
                </c:pt>
                <c:pt idx="466">
                  <c:v>4.12849619863</c:v>
                </c:pt>
                <c:pt idx="467">
                  <c:v>3.93099994196</c:v>
                </c:pt>
                <c:pt idx="468">
                  <c:v>3.93671475821</c:v>
                </c:pt>
                <c:pt idx="469">
                  <c:v>3.64699153748</c:v>
                </c:pt>
                <c:pt idx="470">
                  <c:v>4.49643144518</c:v>
                </c:pt>
                <c:pt idx="471">
                  <c:v>4.16280329238</c:v>
                </c:pt>
                <c:pt idx="472">
                  <c:v>4.05153839052</c:v>
                </c:pt>
                <c:pt idx="473">
                  <c:v>4.27886787394</c:v>
                </c:pt>
                <c:pt idx="474">
                  <c:v>4.09384176691</c:v>
                </c:pt>
                <c:pt idx="475">
                  <c:v>4.58150592601</c:v>
                </c:pt>
                <c:pt idx="476">
                  <c:v>3.5729877082</c:v>
                </c:pt>
                <c:pt idx="477">
                  <c:v>3.58342550041</c:v>
                </c:pt>
                <c:pt idx="478">
                  <c:v>4.3172064289</c:v>
                </c:pt>
                <c:pt idx="479">
                  <c:v>3.80929030118</c:v>
                </c:pt>
                <c:pt idx="480">
                  <c:v>4.03173153995</c:v>
                </c:pt>
                <c:pt idx="481">
                  <c:v>3.74397986524</c:v>
                </c:pt>
                <c:pt idx="482">
                  <c:v>4.49826919044</c:v>
                </c:pt>
                <c:pt idx="483">
                  <c:v>3.59028440372</c:v>
                </c:pt>
                <c:pt idx="484">
                  <c:v>4.13417710758</c:v>
                </c:pt>
                <c:pt idx="485">
                  <c:v>4.03290067873</c:v>
                </c:pt>
                <c:pt idx="486">
                  <c:v>4.17929320558</c:v>
                </c:pt>
                <c:pt idx="487">
                  <c:v>3.69143515214</c:v>
                </c:pt>
                <c:pt idx="488">
                  <c:v>3.69319914515</c:v>
                </c:pt>
                <c:pt idx="489">
                  <c:v>3.87817698049</c:v>
                </c:pt>
                <c:pt idx="490">
                  <c:v>3.34281731464</c:v>
                </c:pt>
                <c:pt idx="491">
                  <c:v>3.94086497597</c:v>
                </c:pt>
                <c:pt idx="492">
                  <c:v>4.16870368025</c:v>
                </c:pt>
                <c:pt idx="493">
                  <c:v>4.32707271667</c:v>
                </c:pt>
                <c:pt idx="494">
                  <c:v>4.31588641571</c:v>
                </c:pt>
                <c:pt idx="495">
                  <c:v>4.1189918002</c:v>
                </c:pt>
                <c:pt idx="496">
                  <c:v>4.68061648991</c:v>
                </c:pt>
                <c:pt idx="497">
                  <c:v>3.69222983577</c:v>
                </c:pt>
                <c:pt idx="498">
                  <c:v>4.33270097722</c:v>
                </c:pt>
                <c:pt idx="499">
                  <c:v>5.61646185992</c:v>
                </c:pt>
                <c:pt idx="500">
                  <c:v>4.38073569742</c:v>
                </c:pt>
                <c:pt idx="501">
                  <c:v>3.91986225356</c:v>
                </c:pt>
                <c:pt idx="502">
                  <c:v>3.94987770404</c:v>
                </c:pt>
                <c:pt idx="503">
                  <c:v>3.38685552918</c:v>
                </c:pt>
                <c:pt idx="504">
                  <c:v>3.49872397075</c:v>
                </c:pt>
                <c:pt idx="505">
                  <c:v>3.77771673861</c:v>
                </c:pt>
                <c:pt idx="506">
                  <c:v>5.03898556256</c:v>
                </c:pt>
                <c:pt idx="507">
                  <c:v>4.43073599641</c:v>
                </c:pt>
                <c:pt idx="508">
                  <c:v>4.3127061456</c:v>
                </c:pt>
                <c:pt idx="509">
                  <c:v>3.5078558717</c:v>
                </c:pt>
                <c:pt idx="510">
                  <c:v>4.60922077664</c:v>
                </c:pt>
                <c:pt idx="511">
                  <c:v>3.84825071468</c:v>
                </c:pt>
                <c:pt idx="512">
                  <c:v>3.51956550088</c:v>
                </c:pt>
                <c:pt idx="513">
                  <c:v>3.67467746787</c:v>
                </c:pt>
                <c:pt idx="514">
                  <c:v>3.93751789202</c:v>
                </c:pt>
                <c:pt idx="515">
                  <c:v>4.42855592025</c:v>
                </c:pt>
                <c:pt idx="516">
                  <c:v>4.01393212071</c:v>
                </c:pt>
                <c:pt idx="517">
                  <c:v>3.49526674439</c:v>
                </c:pt>
                <c:pt idx="518">
                  <c:v>4.24430186622</c:v>
                </c:pt>
                <c:pt idx="519">
                  <c:v>4.98298090533</c:v>
                </c:pt>
                <c:pt idx="520">
                  <c:v>3.5530330162</c:v>
                </c:pt>
                <c:pt idx="521">
                  <c:v>4.19865708695</c:v>
                </c:pt>
                <c:pt idx="522">
                  <c:v>3.87488751085</c:v>
                </c:pt>
                <c:pt idx="523">
                  <c:v>4.22613572247</c:v>
                </c:pt>
                <c:pt idx="524">
                  <c:v>5.02333478254</c:v>
                </c:pt>
                <c:pt idx="525">
                  <c:v>4.49602969904</c:v>
                </c:pt>
                <c:pt idx="526">
                  <c:v>4.03253817926</c:v>
                </c:pt>
                <c:pt idx="527">
                  <c:v>3.7262380468</c:v>
                </c:pt>
                <c:pt idx="528">
                  <c:v>3.23552844691</c:v>
                </c:pt>
                <c:pt idx="529">
                  <c:v>3.79035554641</c:v>
                </c:pt>
                <c:pt idx="530">
                  <c:v>3.4485517392</c:v>
                </c:pt>
                <c:pt idx="531">
                  <c:v>4.62159167586</c:v>
                </c:pt>
                <c:pt idx="532">
                  <c:v>3.32837960344</c:v>
                </c:pt>
                <c:pt idx="533">
                  <c:v>3.49858620882</c:v>
                </c:pt>
                <c:pt idx="534">
                  <c:v>3.66866541545</c:v>
                </c:pt>
                <c:pt idx="535">
                  <c:v>3.90735760813</c:v>
                </c:pt>
                <c:pt idx="536">
                  <c:v>4.60061355614</c:v>
                </c:pt>
                <c:pt idx="537">
                  <c:v>4.52880104434</c:v>
                </c:pt>
                <c:pt idx="538">
                  <c:v>4.87249424966</c:v>
                </c:pt>
                <c:pt idx="539">
                  <c:v>3.77188132019</c:v>
                </c:pt>
                <c:pt idx="540">
                  <c:v>3.80773792201</c:v>
                </c:pt>
                <c:pt idx="541">
                  <c:v>4.30646791871</c:v>
                </c:pt>
                <c:pt idx="542">
                  <c:v>3.64952956595</c:v>
                </c:pt>
                <c:pt idx="543">
                  <c:v>3.91886874338</c:v>
                </c:pt>
                <c:pt idx="544">
                  <c:v>3.78490244989</c:v>
                </c:pt>
                <c:pt idx="545">
                  <c:v>3.18269990334</c:v>
                </c:pt>
                <c:pt idx="546">
                  <c:v>3.82026715716</c:v>
                </c:pt>
                <c:pt idx="547">
                  <c:v>3.7282725979</c:v>
                </c:pt>
                <c:pt idx="548">
                  <c:v>4.19865708695</c:v>
                </c:pt>
                <c:pt idx="549">
                  <c:v>4.97248980387</c:v>
                </c:pt>
                <c:pt idx="550">
                  <c:v>4.97684498512</c:v>
                </c:pt>
                <c:pt idx="551">
                  <c:v>4.33455427065</c:v>
                </c:pt>
                <c:pt idx="552">
                  <c:v>4.32676584536</c:v>
                </c:pt>
                <c:pt idx="553">
                  <c:v>4.39269695326</c:v>
                </c:pt>
                <c:pt idx="554">
                  <c:v>3.21298618474</c:v>
                </c:pt>
                <c:pt idx="555">
                  <c:v>4.21465843888</c:v>
                </c:pt>
                <c:pt idx="556">
                  <c:v>3.90617336364</c:v>
                </c:pt>
                <c:pt idx="557">
                  <c:v>3.3077099234</c:v>
                </c:pt>
                <c:pt idx="558">
                  <c:v>5.0619686509</c:v>
                </c:pt>
                <c:pt idx="559">
                  <c:v>3.77829599109</c:v>
                </c:pt>
                <c:pt idx="560">
                  <c:v>5.18634880205</c:v>
                </c:pt>
                <c:pt idx="561">
                  <c:v>4.9611789608</c:v>
                </c:pt>
                <c:pt idx="562">
                  <c:v>3.75701623473</c:v>
                </c:pt>
                <c:pt idx="563">
                  <c:v>3.98154680505</c:v>
                </c:pt>
                <c:pt idx="564">
                  <c:v>3.68232561867</c:v>
                </c:pt>
                <c:pt idx="565">
                  <c:v>3.92526050952</c:v>
                </c:pt>
                <c:pt idx="566">
                  <c:v>4.24395530198</c:v>
                </c:pt>
                <c:pt idx="567">
                  <c:v>4.3861242584</c:v>
                </c:pt>
                <c:pt idx="568">
                  <c:v>3.85296769103</c:v>
                </c:pt>
                <c:pt idx="569">
                  <c:v>3.47784447634</c:v>
                </c:pt>
                <c:pt idx="570">
                  <c:v>3.59922786277</c:v>
                </c:pt>
                <c:pt idx="571">
                  <c:v>3.40346370135</c:v>
                </c:pt>
                <c:pt idx="572">
                  <c:v>4.04711903872</c:v>
                </c:pt>
                <c:pt idx="573">
                  <c:v>4.08678679563</c:v>
                </c:pt>
                <c:pt idx="574">
                  <c:v>3.56145917124</c:v>
                </c:pt>
                <c:pt idx="575">
                  <c:v>4.81098482241</c:v>
                </c:pt>
                <c:pt idx="576">
                  <c:v>3.25671774598</c:v>
                </c:pt>
                <c:pt idx="577">
                  <c:v>3.52244423351</c:v>
                </c:pt>
                <c:pt idx="578">
                  <c:v>3.64659975172</c:v>
                </c:pt>
                <c:pt idx="579">
                  <c:v>4.07022263346</c:v>
                </c:pt>
                <c:pt idx="580">
                  <c:v>4.21274676478</c:v>
                </c:pt>
                <c:pt idx="581">
                  <c:v>4.33213535802</c:v>
                </c:pt>
                <c:pt idx="582">
                  <c:v>3.83078107561</c:v>
                </c:pt>
                <c:pt idx="583">
                  <c:v>3.62900161929</c:v>
                </c:pt>
                <c:pt idx="584">
                  <c:v>3.43663963169</c:v>
                </c:pt>
                <c:pt idx="585">
                  <c:v>3.93961907896</c:v>
                </c:pt>
                <c:pt idx="586">
                  <c:v>3.61700034112</c:v>
                </c:pt>
                <c:pt idx="587">
                  <c:v>3.64991871874</c:v>
                </c:pt>
                <c:pt idx="588">
                  <c:v>3.69975103169</c:v>
                </c:pt>
                <c:pt idx="589">
                  <c:v>3.93891981224</c:v>
                </c:pt>
                <c:pt idx="590">
                  <c:v>3.69775227417</c:v>
                </c:pt>
                <c:pt idx="591">
                  <c:v>3.87644878688</c:v>
                </c:pt>
                <c:pt idx="592">
                  <c:v>3.80604423575</c:v>
                </c:pt>
                <c:pt idx="593">
                  <c:v>3.80263691808</c:v>
                </c:pt>
                <c:pt idx="594">
                  <c:v>4.24635083646</c:v>
                </c:pt>
                <c:pt idx="595">
                  <c:v>3.7394141027</c:v>
                </c:pt>
                <c:pt idx="596">
                  <c:v>3.93651374248</c:v>
                </c:pt>
                <c:pt idx="597">
                  <c:v>4.03229634474</c:v>
                </c:pt>
                <c:pt idx="598">
                  <c:v>4.75312324468</c:v>
                </c:pt>
                <c:pt idx="599">
                  <c:v>4.03177190751</c:v>
                </c:pt>
                <c:pt idx="600">
                  <c:v>4.45048005461</c:v>
                </c:pt>
                <c:pt idx="601">
                  <c:v>4.54304936064</c:v>
                </c:pt>
                <c:pt idx="602">
                  <c:v>4.08962255158</c:v>
                </c:pt>
                <c:pt idx="603">
                  <c:v>4.22649679636</c:v>
                </c:pt>
                <c:pt idx="604">
                  <c:v>5.2269631688</c:v>
                </c:pt>
                <c:pt idx="605">
                  <c:v>3.92215432523</c:v>
                </c:pt>
                <c:pt idx="606">
                  <c:v>4.50562472833</c:v>
                </c:pt>
                <c:pt idx="607">
                  <c:v>4.77724552642</c:v>
                </c:pt>
                <c:pt idx="608">
                  <c:v>3.6317480744</c:v>
                </c:pt>
                <c:pt idx="609">
                  <c:v>4.08561163047</c:v>
                </c:pt>
                <c:pt idx="610">
                  <c:v>4.57822649146</c:v>
                </c:pt>
                <c:pt idx="611">
                  <c:v>4.05491932712</c:v>
                </c:pt>
                <c:pt idx="612">
                  <c:v>4.22052648353</c:v>
                </c:pt>
                <c:pt idx="613">
                  <c:v>5.18340936507</c:v>
                </c:pt>
                <c:pt idx="614">
                  <c:v>3.77085201164</c:v>
                </c:pt>
                <c:pt idx="615">
                  <c:v>3.95808584852</c:v>
                </c:pt>
                <c:pt idx="616">
                  <c:v>4.44742163012</c:v>
                </c:pt>
                <c:pt idx="617">
                  <c:v>3.93277807006</c:v>
                </c:pt>
                <c:pt idx="618">
                  <c:v>3.56002624891</c:v>
                </c:pt>
                <c:pt idx="619">
                  <c:v>3.72762257797</c:v>
                </c:pt>
                <c:pt idx="620">
                  <c:v>3.55702572239</c:v>
                </c:pt>
                <c:pt idx="621">
                  <c:v>3.47726599542</c:v>
                </c:pt>
                <c:pt idx="622">
                  <c:v>4.29285392247</c:v>
                </c:pt>
                <c:pt idx="623">
                  <c:v>3.91913041386</c:v>
                </c:pt>
                <c:pt idx="624">
                  <c:v>4.03478883125</c:v>
                </c:pt>
                <c:pt idx="625">
                  <c:v>3.55436800099</c:v>
                </c:pt>
                <c:pt idx="626">
                  <c:v>3.2884728006</c:v>
                </c:pt>
                <c:pt idx="627">
                  <c:v>4.21561112961</c:v>
                </c:pt>
                <c:pt idx="628">
                  <c:v>4.37494987052</c:v>
                </c:pt>
                <c:pt idx="629">
                  <c:v>4.02201573982</c:v>
                </c:pt>
                <c:pt idx="630">
                  <c:v>3.85739281092</c:v>
                </c:pt>
                <c:pt idx="631">
                  <c:v>4.06220580882</c:v>
                </c:pt>
                <c:pt idx="632">
                  <c:v>4.24044939899</c:v>
                </c:pt>
                <c:pt idx="633">
                  <c:v>3.68277664631</c:v>
                </c:pt>
                <c:pt idx="634">
                  <c:v>3.91030416807</c:v>
                </c:pt>
                <c:pt idx="635">
                  <c:v>3.97662505205</c:v>
                </c:pt>
                <c:pt idx="636">
                  <c:v>5.52916975084</c:v>
                </c:pt>
                <c:pt idx="637">
                  <c:v>3.60713320439</c:v>
                </c:pt>
                <c:pt idx="638">
                  <c:v>4.01786771896</c:v>
                </c:pt>
                <c:pt idx="639">
                  <c:v>4.12946430978</c:v>
                </c:pt>
                <c:pt idx="640">
                  <c:v>3.41830129132</c:v>
                </c:pt>
                <c:pt idx="641">
                  <c:v>3.71037126426</c:v>
                </c:pt>
                <c:pt idx="642">
                  <c:v>3.73255457985</c:v>
                </c:pt>
                <c:pt idx="643">
                  <c:v>3.76930346019</c:v>
                </c:pt>
                <c:pt idx="644">
                  <c:v>3.95216257421</c:v>
                </c:pt>
                <c:pt idx="645">
                  <c:v>4.09113915383</c:v>
                </c:pt>
                <c:pt idx="646">
                  <c:v>4.49199166418</c:v>
                </c:pt>
                <c:pt idx="647">
                  <c:v>4.15630679949</c:v>
                </c:pt>
                <c:pt idx="648">
                  <c:v>4.25428215045</c:v>
                </c:pt>
                <c:pt idx="649">
                  <c:v>3.73917663191</c:v>
                </c:pt>
                <c:pt idx="650">
                  <c:v>4.10513533761</c:v>
                </c:pt>
                <c:pt idx="651">
                  <c:v>3.65915528094</c:v>
                </c:pt>
                <c:pt idx="652">
                  <c:v>3.36548798489</c:v>
                </c:pt>
                <c:pt idx="653">
                  <c:v>3.91508310165</c:v>
                </c:pt>
                <c:pt idx="654">
                  <c:v>3.54654266348</c:v>
                </c:pt>
                <c:pt idx="655">
                  <c:v>3.66482994114</c:v>
                </c:pt>
                <c:pt idx="656">
                  <c:v>3.76327821102</c:v>
                </c:pt>
                <c:pt idx="657">
                  <c:v>4.01097801217</c:v>
                </c:pt>
                <c:pt idx="658">
                  <c:v>5.13711664058</c:v>
                </c:pt>
                <c:pt idx="659">
                  <c:v>4.18797170165</c:v>
                </c:pt>
                <c:pt idx="660">
                  <c:v>4.42117600185</c:v>
                </c:pt>
                <c:pt idx="661">
                  <c:v>4.62012564011</c:v>
                </c:pt>
                <c:pt idx="662">
                  <c:v>3.84584190742</c:v>
                </c:pt>
                <c:pt idx="663">
                  <c:v>4.49974205312</c:v>
                </c:pt>
                <c:pt idx="664">
                  <c:v>3.91280639266</c:v>
                </c:pt>
                <c:pt idx="665">
                  <c:v>3.50270017531</c:v>
                </c:pt>
                <c:pt idx="666">
                  <c:v>3.64414305051</c:v>
                </c:pt>
                <c:pt idx="667">
                  <c:v>3.93771844362</c:v>
                </c:pt>
                <c:pt idx="668">
                  <c:v>3.61352470285</c:v>
                </c:pt>
                <c:pt idx="669">
                  <c:v>3.67440181285</c:v>
                </c:pt>
                <c:pt idx="670">
                  <c:v>3.64157325318</c:v>
                </c:pt>
                <c:pt idx="671">
                  <c:v>3.58274496569</c:v>
                </c:pt>
                <c:pt idx="672">
                  <c:v>3.8052289142</c:v>
                </c:pt>
                <c:pt idx="673">
                  <c:v>4.15396722165</c:v>
                </c:pt>
                <c:pt idx="674">
                  <c:v>5.34329828278</c:v>
                </c:pt>
                <c:pt idx="675">
                  <c:v>4.2122408888</c:v>
                </c:pt>
                <c:pt idx="676">
                  <c:v>4.03570983783</c:v>
                </c:pt>
                <c:pt idx="677">
                  <c:v>3.71742083672</c:v>
                </c:pt>
                <c:pt idx="678">
                  <c:v>4.16467994075</c:v>
                </c:pt>
                <c:pt idx="679">
                  <c:v>3.84960365808</c:v>
                </c:pt>
                <c:pt idx="680">
                  <c:v>3.5900612308</c:v>
                </c:pt>
                <c:pt idx="681">
                  <c:v>3.88018455283</c:v>
                </c:pt>
                <c:pt idx="682">
                  <c:v>3.59999217758</c:v>
                </c:pt>
                <c:pt idx="683">
                  <c:v>3.39375064035</c:v>
                </c:pt>
                <c:pt idx="684">
                  <c:v>3.68430664607</c:v>
                </c:pt>
                <c:pt idx="685">
                  <c:v>3.93786879656</c:v>
                </c:pt>
                <c:pt idx="686">
                  <c:v>4.54862278103</c:v>
                </c:pt>
                <c:pt idx="687">
                  <c:v>3.63498080005</c:v>
                </c:pt>
                <c:pt idx="688">
                  <c:v>3.57576498054</c:v>
                </c:pt>
                <c:pt idx="689">
                  <c:v>3.95055956161</c:v>
                </c:pt>
                <c:pt idx="690">
                  <c:v>3.68690426957</c:v>
                </c:pt>
                <c:pt idx="691">
                  <c:v>3.86141491864</c:v>
                </c:pt>
                <c:pt idx="692">
                  <c:v>3.53173430928</c:v>
                </c:pt>
                <c:pt idx="693">
                  <c:v>3.73695395378</c:v>
                </c:pt>
                <c:pt idx="694">
                  <c:v>4.64100783653</c:v>
                </c:pt>
                <c:pt idx="695">
                  <c:v>3.52595134125</c:v>
                </c:pt>
                <c:pt idx="696">
                  <c:v>4.2982415785</c:v>
                </c:pt>
                <c:pt idx="697">
                  <c:v>4.26981637735</c:v>
                </c:pt>
                <c:pt idx="698">
                  <c:v>3.55654370848</c:v>
                </c:pt>
                <c:pt idx="699">
                  <c:v>3.58950279626</c:v>
                </c:pt>
                <c:pt idx="700">
                  <c:v>3.57966929355</c:v>
                </c:pt>
                <c:pt idx="701">
                  <c:v>4.06460772013</c:v>
                </c:pt>
                <c:pt idx="702">
                  <c:v>4.4537310295</c:v>
                </c:pt>
                <c:pt idx="703">
                  <c:v>3.86314434625</c:v>
                </c:pt>
                <c:pt idx="704">
                  <c:v>3.24551266781</c:v>
                </c:pt>
                <c:pt idx="705">
                  <c:v>3.48643047885</c:v>
                </c:pt>
                <c:pt idx="706">
                  <c:v>4.66671449178</c:v>
                </c:pt>
                <c:pt idx="707">
                  <c:v>3.7282725979</c:v>
                </c:pt>
                <c:pt idx="708">
                  <c:v>3.57449426829</c:v>
                </c:pt>
                <c:pt idx="709">
                  <c:v>3.75266294312</c:v>
                </c:pt>
                <c:pt idx="710">
                  <c:v>4.2387233754</c:v>
                </c:pt>
                <c:pt idx="711">
                  <c:v>3.5265977091</c:v>
                </c:pt>
                <c:pt idx="712">
                  <c:v>4.75187161938</c:v>
                </c:pt>
                <c:pt idx="713">
                  <c:v>3.81424759573</c:v>
                </c:pt>
                <c:pt idx="714">
                  <c:v>3.79754451436</c:v>
                </c:pt>
                <c:pt idx="715">
                  <c:v>3.68124123738</c:v>
                </c:pt>
                <c:pt idx="716">
                  <c:v>4.09905878907</c:v>
                </c:pt>
                <c:pt idx="717">
                  <c:v>3.5921767574</c:v>
                </c:pt>
                <c:pt idx="718">
                  <c:v>3.60841905132</c:v>
                </c:pt>
                <c:pt idx="719">
                  <c:v>3.92731902496</c:v>
                </c:pt>
                <c:pt idx="720">
                  <c:v>4.10026712936</c:v>
                </c:pt>
                <c:pt idx="721">
                  <c:v>4.04214218306</c:v>
                </c:pt>
                <c:pt idx="722">
                  <c:v>4.40757784033</c:v>
                </c:pt>
                <c:pt idx="723">
                  <c:v>4.55366461138</c:v>
                </c:pt>
                <c:pt idx="724">
                  <c:v>3.87494543609</c:v>
                </c:pt>
                <c:pt idx="725">
                  <c:v>3.69302306792</c:v>
                </c:pt>
                <c:pt idx="726">
                  <c:v>3.4387005329</c:v>
                </c:pt>
                <c:pt idx="727">
                  <c:v>4.39963911496</c:v>
                </c:pt>
                <c:pt idx="728">
                  <c:v>4.11809931208</c:v>
                </c:pt>
                <c:pt idx="729">
                  <c:v>4.95663418246</c:v>
                </c:pt>
                <c:pt idx="730">
                  <c:v>4.06721968897</c:v>
                </c:pt>
                <c:pt idx="731">
                  <c:v>3.77217496082</c:v>
                </c:pt>
                <c:pt idx="732">
                  <c:v>3.87180636446</c:v>
                </c:pt>
                <c:pt idx="733">
                  <c:v>3.64816477857</c:v>
                </c:pt>
                <c:pt idx="734">
                  <c:v>4.37491323666</c:v>
                </c:pt>
                <c:pt idx="735">
                  <c:v>4.19774906762</c:v>
                </c:pt>
                <c:pt idx="736">
                  <c:v>4.42237641522</c:v>
                </c:pt>
                <c:pt idx="737">
                  <c:v>4.50715395966</c:v>
                </c:pt>
                <c:pt idx="738">
                  <c:v>3.87390159786</c:v>
                </c:pt>
                <c:pt idx="739">
                  <c:v>4.38264730315</c:v>
                </c:pt>
                <c:pt idx="740">
                  <c:v>3.63144376901</c:v>
                </c:pt>
                <c:pt idx="741">
                  <c:v>3.70577821283</c:v>
                </c:pt>
                <c:pt idx="742">
                  <c:v>3.62428209584</c:v>
                </c:pt>
                <c:pt idx="743">
                  <c:v>3.58613702523</c:v>
                </c:pt>
                <c:pt idx="744">
                  <c:v>3.73134697555</c:v>
                </c:pt>
                <c:pt idx="745">
                  <c:v>3.80827850958</c:v>
                </c:pt>
                <c:pt idx="746">
                  <c:v>3.44808766669</c:v>
                </c:pt>
                <c:pt idx="747">
                  <c:v>4.66466077578</c:v>
                </c:pt>
                <c:pt idx="748">
                  <c:v>3.84160971217</c:v>
                </c:pt>
                <c:pt idx="749">
                  <c:v>3.66370092539</c:v>
                </c:pt>
                <c:pt idx="750">
                  <c:v>3.88682900468</c:v>
                </c:pt>
                <c:pt idx="751">
                  <c:v>3.71617034786</c:v>
                </c:pt>
                <c:pt idx="752">
                  <c:v>4.09791640924</c:v>
                </c:pt>
                <c:pt idx="753">
                  <c:v>3.84978782424</c:v>
                </c:pt>
                <c:pt idx="754">
                  <c:v>3.74444945745</c:v>
                </c:pt>
                <c:pt idx="755">
                  <c:v>3.48058178683</c:v>
                </c:pt>
                <c:pt idx="756">
                  <c:v>3.82131697059</c:v>
                </c:pt>
                <c:pt idx="757">
                  <c:v>3.99839013032</c:v>
                </c:pt>
                <c:pt idx="758">
                  <c:v>3.83651399889</c:v>
                </c:pt>
                <c:pt idx="759">
                  <c:v>4.85397184057</c:v>
                </c:pt>
                <c:pt idx="760">
                  <c:v>3.17376882314</c:v>
                </c:pt>
                <c:pt idx="761">
                  <c:v>3.35218251811</c:v>
                </c:pt>
                <c:pt idx="762">
                  <c:v>4.03981055415</c:v>
                </c:pt>
                <c:pt idx="763">
                  <c:v>3.84509804001</c:v>
                </c:pt>
                <c:pt idx="764">
                  <c:v>3.85247999364</c:v>
                </c:pt>
                <c:pt idx="765">
                  <c:v>3.89292898236</c:v>
                </c:pt>
                <c:pt idx="766">
                  <c:v>3.84441504047</c:v>
                </c:pt>
                <c:pt idx="767">
                  <c:v>3.80352539558</c:v>
                </c:pt>
                <c:pt idx="768">
                  <c:v>4.5239154707</c:v>
                </c:pt>
                <c:pt idx="769">
                  <c:v>4.09265047836</c:v>
                </c:pt>
                <c:pt idx="770">
                  <c:v>3.41597441138</c:v>
                </c:pt>
                <c:pt idx="771">
                  <c:v>3.72924580723</c:v>
                </c:pt>
                <c:pt idx="772">
                  <c:v>3.30168094929</c:v>
                </c:pt>
                <c:pt idx="773">
                  <c:v>3.89531202448</c:v>
                </c:pt>
                <c:pt idx="774">
                  <c:v>3.16465021593</c:v>
                </c:pt>
                <c:pt idx="775">
                  <c:v>3.61331316146</c:v>
                </c:pt>
                <c:pt idx="776">
                  <c:v>3.76237842931</c:v>
                </c:pt>
                <c:pt idx="777">
                  <c:v>3.54641926684</c:v>
                </c:pt>
                <c:pt idx="778">
                  <c:v>4.01982222417</c:v>
                </c:pt>
                <c:pt idx="779">
                  <c:v>3.865281685</c:v>
                </c:pt>
                <c:pt idx="780">
                  <c:v>3.26810972981</c:v>
                </c:pt>
                <c:pt idx="781">
                  <c:v>3.63265971329</c:v>
                </c:pt>
                <c:pt idx="782">
                  <c:v>2.88986172126</c:v>
                </c:pt>
                <c:pt idx="783">
                  <c:v>3.94016771403</c:v>
                </c:pt>
                <c:pt idx="784">
                  <c:v>4.06699642045</c:v>
                </c:pt>
                <c:pt idx="785">
                  <c:v>3.88468210421</c:v>
                </c:pt>
                <c:pt idx="786">
                  <c:v>3.68205477707</c:v>
                </c:pt>
                <c:pt idx="787">
                  <c:v>3.29136885045</c:v>
                </c:pt>
                <c:pt idx="788">
                  <c:v>4.32097667734</c:v>
                </c:pt>
                <c:pt idx="789">
                  <c:v>5.38351915511</c:v>
                </c:pt>
                <c:pt idx="790">
                  <c:v>3.35487642252</c:v>
                </c:pt>
                <c:pt idx="791">
                  <c:v>3.79574102087</c:v>
                </c:pt>
                <c:pt idx="792">
                  <c:v>3.41796964221</c:v>
                </c:pt>
                <c:pt idx="793">
                  <c:v>4.29525913648</c:v>
                </c:pt>
                <c:pt idx="794">
                  <c:v>3.74146676177</c:v>
                </c:pt>
                <c:pt idx="795">
                  <c:v>3.79162048269</c:v>
                </c:pt>
                <c:pt idx="796">
                  <c:v>3.56913972547</c:v>
                </c:pt>
                <c:pt idx="797">
                  <c:v>4.5365205664</c:v>
                </c:pt>
                <c:pt idx="798">
                  <c:v>3.49150176624</c:v>
                </c:pt>
                <c:pt idx="799">
                  <c:v>3.68412692561</c:v>
                </c:pt>
                <c:pt idx="800">
                  <c:v>3.2723058444</c:v>
                </c:pt>
                <c:pt idx="801">
                  <c:v>3.61267791832</c:v>
                </c:pt>
                <c:pt idx="802">
                  <c:v>4.1553967737</c:v>
                </c:pt>
                <c:pt idx="803">
                  <c:v>4.06707085605</c:v>
                </c:pt>
                <c:pt idx="804">
                  <c:v>5.14902502282</c:v>
                </c:pt>
                <c:pt idx="805">
                  <c:v>4.95697477739</c:v>
                </c:pt>
                <c:pt idx="806">
                  <c:v>3.90698115323</c:v>
                </c:pt>
                <c:pt idx="807">
                  <c:v>3.80780553227</c:v>
                </c:pt>
                <c:pt idx="808">
                  <c:v>4.22310638093</c:v>
                </c:pt>
                <c:pt idx="809">
                  <c:v>3.61373614126</c:v>
                </c:pt>
                <c:pt idx="810">
                  <c:v>3.7991336933</c:v>
                </c:pt>
                <c:pt idx="811">
                  <c:v>3.89486965675</c:v>
                </c:pt>
                <c:pt idx="812">
                  <c:v>4.90326367005</c:v>
                </c:pt>
                <c:pt idx="813">
                  <c:v>4.51476019952</c:v>
                </c:pt>
                <c:pt idx="814">
                  <c:v>4.75541746281</c:v>
                </c:pt>
                <c:pt idx="815">
                  <c:v>3.83026780093</c:v>
                </c:pt>
                <c:pt idx="816">
                  <c:v>4.40479951886</c:v>
                </c:pt>
                <c:pt idx="817">
                  <c:v>4.30373588904</c:v>
                </c:pt>
                <c:pt idx="818">
                  <c:v>3.70500795933</c:v>
                </c:pt>
                <c:pt idx="819">
                  <c:v>5.06743168781</c:v>
                </c:pt>
                <c:pt idx="820">
                  <c:v>4.10033607593</c:v>
                </c:pt>
                <c:pt idx="821">
                  <c:v>4.09666673998</c:v>
                </c:pt>
                <c:pt idx="822">
                  <c:v>5.5277484458</c:v>
                </c:pt>
                <c:pt idx="823">
                  <c:v>5.84453743847</c:v>
                </c:pt>
                <c:pt idx="824">
                  <c:v>3.41430468813</c:v>
                </c:pt>
                <c:pt idx="825">
                  <c:v>4.92906112408</c:v>
                </c:pt>
                <c:pt idx="826">
                  <c:v>3.63184946216</c:v>
                </c:pt>
                <c:pt idx="827">
                  <c:v>3.51321760007</c:v>
                </c:pt>
                <c:pt idx="828">
                  <c:v>4.014730495</c:v>
                </c:pt>
                <c:pt idx="829">
                  <c:v>4.23484616992</c:v>
                </c:pt>
                <c:pt idx="830">
                  <c:v>3.81090428067</c:v>
                </c:pt>
                <c:pt idx="831">
                  <c:v>3.33203427703</c:v>
                </c:pt>
                <c:pt idx="832">
                  <c:v>3.70122248426</c:v>
                </c:pt>
                <c:pt idx="833">
                  <c:v>5.13545705793</c:v>
                </c:pt>
                <c:pt idx="834">
                  <c:v>3.85357654362</c:v>
                </c:pt>
                <c:pt idx="835">
                  <c:v>4.5999158066</c:v>
                </c:pt>
                <c:pt idx="836">
                  <c:v>4.28566980596</c:v>
                </c:pt>
                <c:pt idx="837">
                  <c:v>4.31475177372</c:v>
                </c:pt>
                <c:pt idx="838">
                  <c:v>3.97510998969</c:v>
                </c:pt>
                <c:pt idx="839">
                  <c:v>3.75792718311</c:v>
                </c:pt>
                <c:pt idx="840">
                  <c:v>3.60691852595</c:v>
                </c:pt>
                <c:pt idx="841">
                  <c:v>3.6853834098</c:v>
                </c:pt>
                <c:pt idx="842">
                  <c:v>5.11315757107</c:v>
                </c:pt>
                <c:pt idx="843">
                  <c:v>4.89975486102</c:v>
                </c:pt>
                <c:pt idx="844">
                  <c:v>3.55497345833</c:v>
                </c:pt>
                <c:pt idx="845">
                  <c:v>3.50229052791</c:v>
                </c:pt>
                <c:pt idx="846">
                  <c:v>4.13798673272</c:v>
                </c:pt>
                <c:pt idx="847">
                  <c:v>3.9376683144</c:v>
                </c:pt>
                <c:pt idx="848">
                  <c:v>4.02052701227</c:v>
                </c:pt>
                <c:pt idx="849">
                  <c:v>3.72754125703</c:v>
                </c:pt>
                <c:pt idx="850">
                  <c:v>4.63311481613</c:v>
                </c:pt>
                <c:pt idx="851">
                  <c:v>3.7210683018</c:v>
                </c:pt>
                <c:pt idx="852">
                  <c:v>3.40619942366</c:v>
                </c:pt>
              </c:numCache>
            </c:numRef>
          </c:xVal>
          <c:yVal>
            <c:numRef>
              <c:f>'Chart Data'!$D$2:$D$854</c:f>
              <c:numCache>
                <c:formatCode>0</c:formatCode>
                <c:ptCount val="853"/>
                <c:pt idx="0">
                  <c:v>8.18716242113</c:v>
                </c:pt>
                <c:pt idx="1">
                  <c:v>8.74492948171</c:v>
                </c:pt>
                <c:pt idx="2">
                  <c:v>8.35511038743</c:v>
                </c:pt>
                <c:pt idx="3">
                  <c:v>7.76385459062</c:v>
                </c:pt>
                <c:pt idx="4">
                  <c:v>8.14162847154</c:v>
                </c:pt>
                <c:pt idx="5">
                  <c:v>8.23804108235</c:v>
                </c:pt>
                <c:pt idx="6">
                  <c:v>8.20335386329</c:v>
                </c:pt>
                <c:pt idx="7">
                  <c:v>7.85470067561</c:v>
                </c:pt>
                <c:pt idx="8">
                  <c:v>8.40485423398</c:v>
                </c:pt>
                <c:pt idx="9">
                  <c:v>8.33153256727</c:v>
                </c:pt>
                <c:pt idx="10">
                  <c:v>8.76174446433</c:v>
                </c:pt>
                <c:pt idx="11">
                  <c:v>8.05305153945</c:v>
                </c:pt>
                <c:pt idx="12">
                  <c:v>7.66320134081</c:v>
                </c:pt>
                <c:pt idx="13">
                  <c:v>8.02549838712</c:v>
                </c:pt>
                <c:pt idx="14">
                  <c:v>8.9540846871</c:v>
                </c:pt>
                <c:pt idx="15">
                  <c:v>9.43524153932</c:v>
                </c:pt>
                <c:pt idx="16">
                  <c:v>8.07043686458</c:v>
                </c:pt>
                <c:pt idx="17">
                  <c:v>8.80123421291</c:v>
                </c:pt>
                <c:pt idx="18">
                  <c:v>7.94180947301</c:v>
                </c:pt>
                <c:pt idx="19">
                  <c:v>8.65352123565</c:v>
                </c:pt>
                <c:pt idx="20">
                  <c:v>8.38453082385</c:v>
                </c:pt>
                <c:pt idx="21">
                  <c:v>7.92711361193</c:v>
                </c:pt>
                <c:pt idx="22">
                  <c:v>8.25316105244</c:v>
                </c:pt>
                <c:pt idx="23">
                  <c:v>7.68776967378</c:v>
                </c:pt>
                <c:pt idx="24">
                  <c:v>8.5257106467</c:v>
                </c:pt>
                <c:pt idx="25">
                  <c:v>7.78574968732</c:v>
                </c:pt>
                <c:pt idx="26">
                  <c:v>7.70468233058</c:v>
                </c:pt>
                <c:pt idx="27">
                  <c:v>9.00726628902</c:v>
                </c:pt>
                <c:pt idx="28">
                  <c:v>8.08471208542</c:v>
                </c:pt>
                <c:pt idx="29">
                  <c:v>8.3965881195</c:v>
                </c:pt>
                <c:pt idx="30">
                  <c:v>8.06366730321</c:v>
                </c:pt>
                <c:pt idx="31">
                  <c:v>8.29372265983</c:v>
                </c:pt>
                <c:pt idx="32">
                  <c:v>8.59437376369</c:v>
                </c:pt>
                <c:pt idx="33">
                  <c:v>7.4246856701</c:v>
                </c:pt>
                <c:pt idx="34">
                  <c:v>7.75779066261</c:v>
                </c:pt>
                <c:pt idx="35">
                  <c:v>7.44018465407</c:v>
                </c:pt>
                <c:pt idx="36">
                  <c:v>8.69324139307</c:v>
                </c:pt>
                <c:pt idx="37">
                  <c:v>9.77287610523</c:v>
                </c:pt>
                <c:pt idx="38">
                  <c:v>7.83426806972</c:v>
                </c:pt>
                <c:pt idx="39">
                  <c:v>7.98301251978</c:v>
                </c:pt>
                <c:pt idx="40">
                  <c:v>9.16501806597</c:v>
                </c:pt>
                <c:pt idx="41">
                  <c:v>8.20682587603</c:v>
                </c:pt>
                <c:pt idx="42">
                  <c:v>8.57284953855</c:v>
                </c:pt>
                <c:pt idx="43">
                  <c:v>9.78491912579</c:v>
                </c:pt>
                <c:pt idx="44">
                  <c:v>8.50545930295</c:v>
                </c:pt>
                <c:pt idx="45">
                  <c:v>9.18327610887</c:v>
                </c:pt>
                <c:pt idx="46">
                  <c:v>8.40235425134</c:v>
                </c:pt>
                <c:pt idx="47">
                  <c:v>7.56490267253</c:v>
                </c:pt>
                <c:pt idx="48">
                  <c:v>7.78287376708</c:v>
                </c:pt>
                <c:pt idx="49">
                  <c:v>8.44758746029</c:v>
                </c:pt>
                <c:pt idx="50">
                  <c:v>8.43554178277</c:v>
                </c:pt>
                <c:pt idx="51">
                  <c:v>8.26675366553</c:v>
                </c:pt>
                <c:pt idx="52">
                  <c:v>7.82433414112</c:v>
                </c:pt>
                <c:pt idx="53">
                  <c:v>8.51231877341</c:v>
                </c:pt>
                <c:pt idx="54">
                  <c:v>8.21211033041</c:v>
                </c:pt>
                <c:pt idx="55">
                  <c:v>8.81135713378</c:v>
                </c:pt>
                <c:pt idx="56">
                  <c:v>7.71050661647</c:v>
                </c:pt>
                <c:pt idx="57">
                  <c:v>7.89823138451</c:v>
                </c:pt>
                <c:pt idx="58">
                  <c:v>9.03869525304</c:v>
                </c:pt>
                <c:pt idx="59">
                  <c:v>7.75750990228</c:v>
                </c:pt>
                <c:pt idx="60">
                  <c:v>9.50181129649</c:v>
                </c:pt>
                <c:pt idx="61">
                  <c:v>7.85628168119</c:v>
                </c:pt>
                <c:pt idx="62">
                  <c:v>8.69217866664</c:v>
                </c:pt>
                <c:pt idx="63">
                  <c:v>8.50472905162</c:v>
                </c:pt>
                <c:pt idx="64">
                  <c:v>7.76534811646</c:v>
                </c:pt>
                <c:pt idx="65">
                  <c:v>10.9890486799</c:v>
                </c:pt>
                <c:pt idx="66">
                  <c:v>9.27339022569</c:v>
                </c:pt>
                <c:pt idx="67">
                  <c:v>8.31990101711</c:v>
                </c:pt>
                <c:pt idx="68">
                  <c:v>8.02594454578</c:v>
                </c:pt>
                <c:pt idx="69">
                  <c:v>7.66165180593</c:v>
                </c:pt>
                <c:pt idx="70">
                  <c:v>7.73486380933</c:v>
                </c:pt>
                <c:pt idx="71">
                  <c:v>10.4180526612</c:v>
                </c:pt>
                <c:pt idx="72">
                  <c:v>7.5648671895</c:v>
                </c:pt>
                <c:pt idx="73">
                  <c:v>8.44109943756</c:v>
                </c:pt>
                <c:pt idx="74">
                  <c:v>7.71706273124</c:v>
                </c:pt>
                <c:pt idx="75">
                  <c:v>8.9665781554</c:v>
                </c:pt>
                <c:pt idx="76">
                  <c:v>7.83993661123</c:v>
                </c:pt>
                <c:pt idx="77">
                  <c:v>9.02166304199</c:v>
                </c:pt>
                <c:pt idx="78">
                  <c:v>9.15997843534</c:v>
                </c:pt>
                <c:pt idx="79">
                  <c:v>8.07902559597</c:v>
                </c:pt>
                <c:pt idx="80">
                  <c:v>8.20158828107</c:v>
                </c:pt>
                <c:pt idx="81">
                  <c:v>8.15649463396</c:v>
                </c:pt>
                <c:pt idx="82">
                  <c:v>8.20945871346</c:v>
                </c:pt>
                <c:pt idx="83">
                  <c:v>8.15943183106</c:v>
                </c:pt>
                <c:pt idx="84">
                  <c:v>8.57638281932</c:v>
                </c:pt>
                <c:pt idx="85">
                  <c:v>8.04794818325</c:v>
                </c:pt>
                <c:pt idx="86">
                  <c:v>8.44165900838</c:v>
                </c:pt>
                <c:pt idx="87">
                  <c:v>7.95891729045</c:v>
                </c:pt>
                <c:pt idx="88">
                  <c:v>8.53322280771</c:v>
                </c:pt>
                <c:pt idx="89">
                  <c:v>8.43647274665</c:v>
                </c:pt>
                <c:pt idx="90">
                  <c:v>7.78254428401</c:v>
                </c:pt>
                <c:pt idx="91">
                  <c:v>8.58666830541</c:v>
                </c:pt>
                <c:pt idx="92">
                  <c:v>8.55315576332</c:v>
                </c:pt>
                <c:pt idx="93">
                  <c:v>7.65155905117</c:v>
                </c:pt>
                <c:pt idx="94">
                  <c:v>8.30799850183</c:v>
                </c:pt>
                <c:pt idx="95">
                  <c:v>8.2666972667</c:v>
                </c:pt>
                <c:pt idx="96">
                  <c:v>9.36559542205</c:v>
                </c:pt>
                <c:pt idx="97">
                  <c:v>8.26045063346</c:v>
                </c:pt>
                <c:pt idx="98">
                  <c:v>8.12105073528</c:v>
                </c:pt>
                <c:pt idx="99">
                  <c:v>7.62436461426</c:v>
                </c:pt>
                <c:pt idx="100">
                  <c:v>8.97841837758</c:v>
                </c:pt>
                <c:pt idx="101">
                  <c:v>8.77185488279</c:v>
                </c:pt>
                <c:pt idx="102">
                  <c:v>8.58964917555</c:v>
                </c:pt>
                <c:pt idx="103">
                  <c:v>8.40955950321</c:v>
                </c:pt>
                <c:pt idx="104">
                  <c:v>7.69098418511</c:v>
                </c:pt>
                <c:pt idx="105">
                  <c:v>8.59107462909</c:v>
                </c:pt>
                <c:pt idx="106">
                  <c:v>8.01431888523</c:v>
                </c:pt>
                <c:pt idx="107">
                  <c:v>8.42972967673</c:v>
                </c:pt>
                <c:pt idx="108">
                  <c:v>8.95973904356</c:v>
                </c:pt>
                <c:pt idx="109">
                  <c:v>8.05397301368</c:v>
                </c:pt>
                <c:pt idx="110">
                  <c:v>7.97063971701</c:v>
                </c:pt>
                <c:pt idx="111">
                  <c:v>8.42807158986</c:v>
                </c:pt>
                <c:pt idx="112">
                  <c:v>7.68601029132</c:v>
                </c:pt>
                <c:pt idx="113">
                  <c:v>8.87493501011</c:v>
                </c:pt>
                <c:pt idx="114">
                  <c:v>9.26019116039</c:v>
                </c:pt>
                <c:pt idx="115">
                  <c:v>8.51209444361</c:v>
                </c:pt>
                <c:pt idx="116">
                  <c:v>7.6876716218</c:v>
                </c:pt>
                <c:pt idx="117">
                  <c:v>8.57792817287</c:v>
                </c:pt>
                <c:pt idx="118">
                  <c:v>8.61981933154</c:v>
                </c:pt>
                <c:pt idx="119">
                  <c:v>8.66676407342</c:v>
                </c:pt>
                <c:pt idx="120">
                  <c:v>7.58795778062</c:v>
                </c:pt>
                <c:pt idx="121">
                  <c:v>9.04860608962</c:v>
                </c:pt>
                <c:pt idx="122">
                  <c:v>8.26230392678</c:v>
                </c:pt>
                <c:pt idx="123">
                  <c:v>8.81545089456</c:v>
                </c:pt>
                <c:pt idx="124">
                  <c:v>8.57005466794</c:v>
                </c:pt>
                <c:pt idx="125">
                  <c:v>8.80273268765</c:v>
                </c:pt>
                <c:pt idx="126">
                  <c:v>7.85319306598</c:v>
                </c:pt>
                <c:pt idx="127">
                  <c:v>8.74466139025</c:v>
                </c:pt>
                <c:pt idx="128">
                  <c:v>7.84887851254</c:v>
                </c:pt>
                <c:pt idx="129">
                  <c:v>8.47665920922</c:v>
                </c:pt>
                <c:pt idx="130">
                  <c:v>7.70354070337</c:v>
                </c:pt>
                <c:pt idx="131">
                  <c:v>7.95665817677</c:v>
                </c:pt>
                <c:pt idx="132">
                  <c:v>7.75282410417</c:v>
                </c:pt>
                <c:pt idx="133">
                  <c:v>8.86680581934</c:v>
                </c:pt>
                <c:pt idx="134">
                  <c:v>8.21010707425</c:v>
                </c:pt>
                <c:pt idx="135">
                  <c:v>7.98817978698</c:v>
                </c:pt>
                <c:pt idx="136">
                  <c:v>8.71023840889</c:v>
                </c:pt>
                <c:pt idx="137">
                  <c:v>7.74443381255</c:v>
                </c:pt>
                <c:pt idx="138">
                  <c:v>8.5573255061</c:v>
                </c:pt>
                <c:pt idx="139">
                  <c:v>8.45678949151</c:v>
                </c:pt>
                <c:pt idx="140">
                  <c:v>8.03181630751</c:v>
                </c:pt>
                <c:pt idx="141">
                  <c:v>8.28736497728</c:v>
                </c:pt>
                <c:pt idx="142">
                  <c:v>7.56569437232</c:v>
                </c:pt>
                <c:pt idx="143">
                  <c:v>8.83715771769</c:v>
                </c:pt>
                <c:pt idx="144">
                  <c:v>8.77103525997</c:v>
                </c:pt>
                <c:pt idx="145">
                  <c:v>9.30425435903</c:v>
                </c:pt>
                <c:pt idx="146">
                  <c:v>8.28470588784</c:v>
                </c:pt>
                <c:pt idx="147">
                  <c:v>8.17398707985</c:v>
                </c:pt>
                <c:pt idx="148">
                  <c:v>8.6749694713</c:v>
                </c:pt>
                <c:pt idx="149">
                  <c:v>7.54080481083</c:v>
                </c:pt>
                <c:pt idx="150">
                  <c:v>8.39542599849</c:v>
                </c:pt>
                <c:pt idx="151">
                  <c:v>8.27876960098</c:v>
                </c:pt>
                <c:pt idx="152">
                  <c:v>8.33882289948</c:v>
                </c:pt>
                <c:pt idx="153">
                  <c:v>8.71393469072</c:v>
                </c:pt>
                <c:pt idx="154">
                  <c:v>8.93325945127</c:v>
                </c:pt>
                <c:pt idx="155">
                  <c:v>8.76502371138</c:v>
                </c:pt>
                <c:pt idx="156">
                  <c:v>8.61082192894</c:v>
                </c:pt>
                <c:pt idx="157">
                  <c:v>8.57292849802</c:v>
                </c:pt>
                <c:pt idx="158">
                  <c:v>8.05000059829</c:v>
                </c:pt>
                <c:pt idx="159">
                  <c:v>7.76963575779</c:v>
                </c:pt>
                <c:pt idx="160">
                  <c:v>7.84479392743</c:v>
                </c:pt>
                <c:pt idx="161">
                  <c:v>7.74366652145</c:v>
                </c:pt>
                <c:pt idx="162">
                  <c:v>7.83277707061</c:v>
                </c:pt>
                <c:pt idx="163">
                  <c:v>8.58750892059</c:v>
                </c:pt>
                <c:pt idx="164">
                  <c:v>7.77423951258</c:v>
                </c:pt>
                <c:pt idx="165">
                  <c:v>9.18937098564</c:v>
                </c:pt>
                <c:pt idx="166">
                  <c:v>9.03901494012</c:v>
                </c:pt>
                <c:pt idx="167">
                  <c:v>7.57277869505</c:v>
                </c:pt>
                <c:pt idx="168">
                  <c:v>7.83971681227</c:v>
                </c:pt>
                <c:pt idx="169">
                  <c:v>7.70343755166</c:v>
                </c:pt>
                <c:pt idx="170">
                  <c:v>8.54959051186</c:v>
                </c:pt>
                <c:pt idx="171">
                  <c:v>7.34504028402</c:v>
                </c:pt>
                <c:pt idx="172">
                  <c:v>7.91162628722</c:v>
                </c:pt>
                <c:pt idx="173">
                  <c:v>8.48498989027</c:v>
                </c:pt>
                <c:pt idx="174">
                  <c:v>7.64054106141</c:v>
                </c:pt>
                <c:pt idx="175">
                  <c:v>7.92362735527</c:v>
                </c:pt>
                <c:pt idx="176">
                  <c:v>8.01866305787</c:v>
                </c:pt>
                <c:pt idx="177">
                  <c:v>8.46925338059</c:v>
                </c:pt>
                <c:pt idx="178">
                  <c:v>7.57979502527</c:v>
                </c:pt>
                <c:pt idx="179">
                  <c:v>7.79275578382</c:v>
                </c:pt>
                <c:pt idx="180">
                  <c:v>8.18721039965</c:v>
                </c:pt>
                <c:pt idx="181">
                  <c:v>7.88009870408</c:v>
                </c:pt>
                <c:pt idx="182">
                  <c:v>8.90830161138</c:v>
                </c:pt>
                <c:pt idx="183">
                  <c:v>8.08592888224</c:v>
                </c:pt>
                <c:pt idx="184">
                  <c:v>8.020750647</c:v>
                </c:pt>
                <c:pt idx="185">
                  <c:v>8.12537389874</c:v>
                </c:pt>
                <c:pt idx="186">
                  <c:v>7.765676004</c:v>
                </c:pt>
                <c:pt idx="187">
                  <c:v>8.32666145971</c:v>
                </c:pt>
                <c:pt idx="188">
                  <c:v>7.68228049013</c:v>
                </c:pt>
                <c:pt idx="189">
                  <c:v>9.06061928259</c:v>
                </c:pt>
                <c:pt idx="190">
                  <c:v>7.7930636254</c:v>
                </c:pt>
                <c:pt idx="191">
                  <c:v>9.62211554408</c:v>
                </c:pt>
                <c:pt idx="192">
                  <c:v>8.52198622222</c:v>
                </c:pt>
                <c:pt idx="193">
                  <c:v>8.42251925716</c:v>
                </c:pt>
                <c:pt idx="194">
                  <c:v>8.28133113204</c:v>
                </c:pt>
                <c:pt idx="195">
                  <c:v>7.76968742568</c:v>
                </c:pt>
                <c:pt idx="196">
                  <c:v>8.79510384795</c:v>
                </c:pt>
                <c:pt idx="197">
                  <c:v>8.23470958581</c:v>
                </c:pt>
                <c:pt idx="198">
                  <c:v>9.47554088043</c:v>
                </c:pt>
                <c:pt idx="199">
                  <c:v>7.65279732287</c:v>
                </c:pt>
                <c:pt idx="200">
                  <c:v>8.60253636816</c:v>
                </c:pt>
                <c:pt idx="201">
                  <c:v>9.40640408017</c:v>
                </c:pt>
                <c:pt idx="202">
                  <c:v>8.52040754093</c:v>
                </c:pt>
                <c:pt idx="203">
                  <c:v>7.45975424911</c:v>
                </c:pt>
                <c:pt idx="204">
                  <c:v>10.4706764259</c:v>
                </c:pt>
                <c:pt idx="205">
                  <c:v>8.29841638006</c:v>
                </c:pt>
                <c:pt idx="206">
                  <c:v>8.3844340639</c:v>
                </c:pt>
                <c:pt idx="207">
                  <c:v>8.06893131725</c:v>
                </c:pt>
                <c:pt idx="208">
                  <c:v>7.90598466302</c:v>
                </c:pt>
                <c:pt idx="209">
                  <c:v>8.82737508946</c:v>
                </c:pt>
                <c:pt idx="210">
                  <c:v>8.07622524467</c:v>
                </c:pt>
                <c:pt idx="211">
                  <c:v>9.1099455343</c:v>
                </c:pt>
                <c:pt idx="212">
                  <c:v>9.26142537161</c:v>
                </c:pt>
                <c:pt idx="213">
                  <c:v>7.95110913839</c:v>
                </c:pt>
                <c:pt idx="214">
                  <c:v>7.73601383585</c:v>
                </c:pt>
                <c:pt idx="215">
                  <c:v>7.78362491284</c:v>
                </c:pt>
                <c:pt idx="216">
                  <c:v>8.1928405437</c:v>
                </c:pt>
                <c:pt idx="217">
                  <c:v>7.62921585648</c:v>
                </c:pt>
                <c:pt idx="218">
                  <c:v>8.31203553148</c:v>
                </c:pt>
                <c:pt idx="219">
                  <c:v>7.54393153035</c:v>
                </c:pt>
                <c:pt idx="220">
                  <c:v>7.773610937</c:v>
                </c:pt>
                <c:pt idx="221">
                  <c:v>7.84047621667</c:v>
                </c:pt>
                <c:pt idx="222">
                  <c:v>8.38368793031</c:v>
                </c:pt>
                <c:pt idx="223">
                  <c:v>7.71048124114</c:v>
                </c:pt>
                <c:pt idx="224">
                  <c:v>8.1173077616</c:v>
                </c:pt>
                <c:pt idx="225">
                  <c:v>8.31871011892</c:v>
                </c:pt>
                <c:pt idx="226">
                  <c:v>7.9061302393</c:v>
                </c:pt>
                <c:pt idx="227">
                  <c:v>8.1330372641</c:v>
                </c:pt>
                <c:pt idx="228">
                  <c:v>8.43212070672</c:v>
                </c:pt>
                <c:pt idx="229">
                  <c:v>7.81805425398</c:v>
                </c:pt>
                <c:pt idx="230">
                  <c:v>7.85874767712</c:v>
                </c:pt>
                <c:pt idx="231">
                  <c:v>9.28829059563</c:v>
                </c:pt>
                <c:pt idx="232">
                  <c:v>7.79131863824</c:v>
                </c:pt>
                <c:pt idx="233">
                  <c:v>8.05373515341</c:v>
                </c:pt>
                <c:pt idx="234">
                  <c:v>8.32255005978</c:v>
                </c:pt>
                <c:pt idx="235">
                  <c:v>8.67074945393</c:v>
                </c:pt>
                <c:pt idx="236">
                  <c:v>7.84819527715</c:v>
                </c:pt>
                <c:pt idx="237">
                  <c:v>8.35838795304</c:v>
                </c:pt>
                <c:pt idx="238">
                  <c:v>7.6323864225</c:v>
                </c:pt>
                <c:pt idx="239">
                  <c:v>8.92508508495</c:v>
                </c:pt>
                <c:pt idx="240">
                  <c:v>7.60567129396</c:v>
                </c:pt>
                <c:pt idx="241">
                  <c:v>7.91271613752</c:v>
                </c:pt>
                <c:pt idx="242">
                  <c:v>7.73576651779</c:v>
                </c:pt>
                <c:pt idx="243">
                  <c:v>8.44920524004</c:v>
                </c:pt>
                <c:pt idx="244">
                  <c:v>7.74007833094</c:v>
                </c:pt>
                <c:pt idx="245">
                  <c:v>7.87080757637</c:v>
                </c:pt>
                <c:pt idx="246">
                  <c:v>9.84827639833</c:v>
                </c:pt>
                <c:pt idx="247">
                  <c:v>8.11497441199</c:v>
                </c:pt>
                <c:pt idx="248">
                  <c:v>7.98387876295</c:v>
                </c:pt>
                <c:pt idx="249">
                  <c:v>7.95571660613</c:v>
                </c:pt>
                <c:pt idx="250">
                  <c:v>7.75018428872</c:v>
                </c:pt>
                <c:pt idx="251">
                  <c:v>7.79938190886</c:v>
                </c:pt>
                <c:pt idx="252">
                  <c:v>7.72606670978</c:v>
                </c:pt>
                <c:pt idx="253">
                  <c:v>7.99568344686</c:v>
                </c:pt>
                <c:pt idx="254">
                  <c:v>7.56319620872</c:v>
                </c:pt>
                <c:pt idx="255">
                  <c:v>7.98535460969</c:v>
                </c:pt>
                <c:pt idx="256">
                  <c:v>8.48510076525</c:v>
                </c:pt>
                <c:pt idx="257">
                  <c:v>8.26826898876</c:v>
                </c:pt>
                <c:pt idx="258">
                  <c:v>8.45976630264</c:v>
                </c:pt>
                <c:pt idx="259">
                  <c:v>7.75574530993</c:v>
                </c:pt>
                <c:pt idx="260">
                  <c:v>7.74092296264</c:v>
                </c:pt>
                <c:pt idx="261">
                  <c:v>7.86100241791</c:v>
                </c:pt>
                <c:pt idx="262">
                  <c:v>8.0729260026</c:v>
                </c:pt>
                <c:pt idx="263">
                  <c:v>8.85624842427</c:v>
                </c:pt>
                <c:pt idx="264">
                  <c:v>8.11959237012</c:v>
                </c:pt>
                <c:pt idx="265">
                  <c:v>7.91254088279</c:v>
                </c:pt>
                <c:pt idx="266">
                  <c:v>7.79649801278</c:v>
                </c:pt>
                <c:pt idx="267">
                  <c:v>8.42710130566</c:v>
                </c:pt>
                <c:pt idx="268">
                  <c:v>8.55391456644</c:v>
                </c:pt>
                <c:pt idx="269">
                  <c:v>8.91508996666</c:v>
                </c:pt>
                <c:pt idx="270">
                  <c:v>8.59045616875</c:v>
                </c:pt>
                <c:pt idx="271">
                  <c:v>8.51928708508</c:v>
                </c:pt>
                <c:pt idx="272">
                  <c:v>8.02388594384</c:v>
                </c:pt>
                <c:pt idx="273">
                  <c:v>8.45711553104</c:v>
                </c:pt>
                <c:pt idx="274">
                  <c:v>7.58234749408</c:v>
                </c:pt>
                <c:pt idx="275">
                  <c:v>8.08322661899</c:v>
                </c:pt>
                <c:pt idx="276">
                  <c:v>8.57957782944</c:v>
                </c:pt>
                <c:pt idx="277">
                  <c:v>8.26878149972</c:v>
                </c:pt>
                <c:pt idx="278">
                  <c:v>7.67813581293</c:v>
                </c:pt>
                <c:pt idx="279">
                  <c:v>10.060566437</c:v>
                </c:pt>
                <c:pt idx="280">
                  <c:v>7.64175165298</c:v>
                </c:pt>
                <c:pt idx="281">
                  <c:v>7.78708482095</c:v>
                </c:pt>
                <c:pt idx="282">
                  <c:v>7.74254446492</c:v>
                </c:pt>
                <c:pt idx="283">
                  <c:v>7.59204344963</c:v>
                </c:pt>
                <c:pt idx="284">
                  <c:v>7.83726638545</c:v>
                </c:pt>
                <c:pt idx="285">
                  <c:v>8.39768456841</c:v>
                </c:pt>
                <c:pt idx="286">
                  <c:v>7.6330541633</c:v>
                </c:pt>
                <c:pt idx="287">
                  <c:v>8.13890239993</c:v>
                </c:pt>
                <c:pt idx="288">
                  <c:v>8.12042585103</c:v>
                </c:pt>
                <c:pt idx="289">
                  <c:v>8.12360340176</c:v>
                </c:pt>
                <c:pt idx="290">
                  <c:v>9.2868631777</c:v>
                </c:pt>
                <c:pt idx="291">
                  <c:v>8.39812237406</c:v>
                </c:pt>
                <c:pt idx="292">
                  <c:v>7.90413646063</c:v>
                </c:pt>
                <c:pt idx="293">
                  <c:v>7.64850637771</c:v>
                </c:pt>
                <c:pt idx="294">
                  <c:v>7.8272723215</c:v>
                </c:pt>
                <c:pt idx="295">
                  <c:v>7.84200979924</c:v>
                </c:pt>
                <c:pt idx="296">
                  <c:v>8.63757277789</c:v>
                </c:pt>
                <c:pt idx="297">
                  <c:v>7.87829769689</c:v>
                </c:pt>
                <c:pt idx="298">
                  <c:v>7.81394774912</c:v>
                </c:pt>
                <c:pt idx="299">
                  <c:v>8.06033514747</c:v>
                </c:pt>
                <c:pt idx="300">
                  <c:v>7.54598710227</c:v>
                </c:pt>
                <c:pt idx="301">
                  <c:v>9.00894576669</c:v>
                </c:pt>
                <c:pt idx="302">
                  <c:v>7.63934701452</c:v>
                </c:pt>
                <c:pt idx="303">
                  <c:v>7.64267221964</c:v>
                </c:pt>
                <c:pt idx="304">
                  <c:v>9.33856764283</c:v>
                </c:pt>
                <c:pt idx="305">
                  <c:v>7.86344777618</c:v>
                </c:pt>
                <c:pt idx="306">
                  <c:v>7.95957081332</c:v>
                </c:pt>
                <c:pt idx="307">
                  <c:v>7.70920209716</c:v>
                </c:pt>
                <c:pt idx="308">
                  <c:v>7.58707083495</c:v>
                </c:pt>
                <c:pt idx="309">
                  <c:v>7.64682507171</c:v>
                </c:pt>
                <c:pt idx="310">
                  <c:v>7.79377642001</c:v>
                </c:pt>
                <c:pt idx="311">
                  <c:v>7.88476705178</c:v>
                </c:pt>
                <c:pt idx="312">
                  <c:v>7.77970469069</c:v>
                </c:pt>
                <c:pt idx="313">
                  <c:v>8.16851221511</c:v>
                </c:pt>
                <c:pt idx="314">
                  <c:v>9.8277179904</c:v>
                </c:pt>
                <c:pt idx="315">
                  <c:v>8.85970437316</c:v>
                </c:pt>
                <c:pt idx="316">
                  <c:v>7.56998219806</c:v>
                </c:pt>
                <c:pt idx="317">
                  <c:v>8.89985386634</c:v>
                </c:pt>
                <c:pt idx="318">
                  <c:v>8.50128251713</c:v>
                </c:pt>
                <c:pt idx="319">
                  <c:v>8.01740900854</c:v>
                </c:pt>
                <c:pt idx="320">
                  <c:v>7.71358293635</c:v>
                </c:pt>
                <c:pt idx="321">
                  <c:v>8.68339379474</c:v>
                </c:pt>
                <c:pt idx="322">
                  <c:v>8.14616836115</c:v>
                </c:pt>
                <c:pt idx="323">
                  <c:v>7.70791917453</c:v>
                </c:pt>
                <c:pt idx="324">
                  <c:v>8.72740297647</c:v>
                </c:pt>
                <c:pt idx="325">
                  <c:v>9.35836740216</c:v>
                </c:pt>
                <c:pt idx="326">
                  <c:v>8.0504145603</c:v>
                </c:pt>
                <c:pt idx="327">
                  <c:v>8.44864758572</c:v>
                </c:pt>
                <c:pt idx="328">
                  <c:v>8.00879173002</c:v>
                </c:pt>
                <c:pt idx="329">
                  <c:v>8.17107671956</c:v>
                </c:pt>
                <c:pt idx="330">
                  <c:v>8.05472410332</c:v>
                </c:pt>
                <c:pt idx="331">
                  <c:v>8.15584595808</c:v>
                </c:pt>
                <c:pt idx="332">
                  <c:v>7.91584814604</c:v>
                </c:pt>
                <c:pt idx="333">
                  <c:v>9.06097079361</c:v>
                </c:pt>
                <c:pt idx="334">
                  <c:v>7.91100837764</c:v>
                </c:pt>
                <c:pt idx="335">
                  <c:v>7.67920978604</c:v>
                </c:pt>
                <c:pt idx="336">
                  <c:v>8.83434884521</c:v>
                </c:pt>
                <c:pt idx="337">
                  <c:v>9.41882594018</c:v>
                </c:pt>
                <c:pt idx="338">
                  <c:v>7.75053153604</c:v>
                </c:pt>
                <c:pt idx="339">
                  <c:v>7.69467538227</c:v>
                </c:pt>
                <c:pt idx="340">
                  <c:v>7.98586638419</c:v>
                </c:pt>
                <c:pt idx="341">
                  <c:v>8.96043034298</c:v>
                </c:pt>
                <c:pt idx="342">
                  <c:v>8.74212943322</c:v>
                </c:pt>
                <c:pt idx="343">
                  <c:v>8.60396777635</c:v>
                </c:pt>
                <c:pt idx="344">
                  <c:v>8.60033459084</c:v>
                </c:pt>
                <c:pt idx="345">
                  <c:v>8.30846409809</c:v>
                </c:pt>
                <c:pt idx="346">
                  <c:v>7.89660336955</c:v>
                </c:pt>
                <c:pt idx="347">
                  <c:v>8.06086774843</c:v>
                </c:pt>
                <c:pt idx="348">
                  <c:v>7.84757882805</c:v>
                </c:pt>
                <c:pt idx="349">
                  <c:v>8.77586010466</c:v>
                </c:pt>
                <c:pt idx="350">
                  <c:v>7.97382032435</c:v>
                </c:pt>
                <c:pt idx="351">
                  <c:v>8.56244870657</c:v>
                </c:pt>
                <c:pt idx="352">
                  <c:v>8.08470493872</c:v>
                </c:pt>
                <c:pt idx="353">
                  <c:v>7.90643201982</c:v>
                </c:pt>
                <c:pt idx="354">
                  <c:v>8.25183281863</c:v>
                </c:pt>
                <c:pt idx="355">
                  <c:v>8.45861972157</c:v>
                </c:pt>
                <c:pt idx="356">
                  <c:v>10.047185039</c:v>
                </c:pt>
                <c:pt idx="357">
                  <c:v>8.15172829406</c:v>
                </c:pt>
                <c:pt idx="358">
                  <c:v>8.23695019907</c:v>
                </c:pt>
                <c:pt idx="359">
                  <c:v>8.32438535649</c:v>
                </c:pt>
                <c:pt idx="360">
                  <c:v>9.83190028256</c:v>
                </c:pt>
                <c:pt idx="361">
                  <c:v>8.14199191102</c:v>
                </c:pt>
                <c:pt idx="362">
                  <c:v>9.8230352787</c:v>
                </c:pt>
                <c:pt idx="363">
                  <c:v>7.82901414662</c:v>
                </c:pt>
                <c:pt idx="364">
                  <c:v>8.31441922453</c:v>
                </c:pt>
                <c:pt idx="365">
                  <c:v>8.53292627973</c:v>
                </c:pt>
                <c:pt idx="366">
                  <c:v>8.02210655236</c:v>
                </c:pt>
                <c:pt idx="367">
                  <c:v>9.51730188455</c:v>
                </c:pt>
                <c:pt idx="368">
                  <c:v>8.77531475045</c:v>
                </c:pt>
                <c:pt idx="369">
                  <c:v>7.79544202772</c:v>
                </c:pt>
                <c:pt idx="370">
                  <c:v>8.49432994677</c:v>
                </c:pt>
                <c:pt idx="371">
                  <c:v>7.49990692291</c:v>
                </c:pt>
                <c:pt idx="372">
                  <c:v>8.32453760553</c:v>
                </c:pt>
                <c:pt idx="373">
                  <c:v>9.01042590074</c:v>
                </c:pt>
                <c:pt idx="374">
                  <c:v>8.63774682778</c:v>
                </c:pt>
                <c:pt idx="375">
                  <c:v>8.14648773068</c:v>
                </c:pt>
                <c:pt idx="376">
                  <c:v>8.44105067675</c:v>
                </c:pt>
                <c:pt idx="377">
                  <c:v>8.67736053932</c:v>
                </c:pt>
                <c:pt idx="378">
                  <c:v>8.71487940634</c:v>
                </c:pt>
                <c:pt idx="379">
                  <c:v>8.83422544983</c:v>
                </c:pt>
                <c:pt idx="380">
                  <c:v>9.26842608265</c:v>
                </c:pt>
                <c:pt idx="381">
                  <c:v>8.80115252874</c:v>
                </c:pt>
                <c:pt idx="382">
                  <c:v>9.56906405701</c:v>
                </c:pt>
                <c:pt idx="383">
                  <c:v>7.78710609304</c:v>
                </c:pt>
                <c:pt idx="384">
                  <c:v>8.10067375603</c:v>
                </c:pt>
                <c:pt idx="385">
                  <c:v>7.95080282296</c:v>
                </c:pt>
                <c:pt idx="386">
                  <c:v>9.55475764906</c:v>
                </c:pt>
                <c:pt idx="387">
                  <c:v>7.89740713966</c:v>
                </c:pt>
                <c:pt idx="388">
                  <c:v>9.36153217061</c:v>
                </c:pt>
                <c:pt idx="389">
                  <c:v>8.16429633433</c:v>
                </c:pt>
                <c:pt idx="390">
                  <c:v>8.42298029952</c:v>
                </c:pt>
                <c:pt idx="391">
                  <c:v>8.09879250242</c:v>
                </c:pt>
                <c:pt idx="392">
                  <c:v>8.1198527988</c:v>
                </c:pt>
                <c:pt idx="393">
                  <c:v>9.01375291519</c:v>
                </c:pt>
                <c:pt idx="394">
                  <c:v>8.03269932749</c:v>
                </c:pt>
                <c:pt idx="395">
                  <c:v>8.80299321081</c:v>
                </c:pt>
                <c:pt idx="396">
                  <c:v>7.82264527941</c:v>
                </c:pt>
                <c:pt idx="397">
                  <c:v>9.07017534063</c:v>
                </c:pt>
                <c:pt idx="398">
                  <c:v>8.90789805678</c:v>
                </c:pt>
                <c:pt idx="399">
                  <c:v>7.91281700968</c:v>
                </c:pt>
                <c:pt idx="400">
                  <c:v>7.85069523603</c:v>
                </c:pt>
                <c:pt idx="401">
                  <c:v>9.09453715874</c:v>
                </c:pt>
                <c:pt idx="402">
                  <c:v>7.88554213838</c:v>
                </c:pt>
                <c:pt idx="403">
                  <c:v>8.25883834277</c:v>
                </c:pt>
                <c:pt idx="404">
                  <c:v>8.07777475216</c:v>
                </c:pt>
                <c:pt idx="405">
                  <c:v>8.04603838823</c:v>
                </c:pt>
                <c:pt idx="406">
                  <c:v>8.40601700895</c:v>
                </c:pt>
                <c:pt idx="407">
                  <c:v>7.91064041053</c:v>
                </c:pt>
                <c:pt idx="408">
                  <c:v>8.20444829373</c:v>
                </c:pt>
                <c:pt idx="409">
                  <c:v>8.02799343574</c:v>
                </c:pt>
                <c:pt idx="410">
                  <c:v>9.52313985147</c:v>
                </c:pt>
                <c:pt idx="411">
                  <c:v>9.26668927628</c:v>
                </c:pt>
                <c:pt idx="412">
                  <c:v>7.8245358435</c:v>
                </c:pt>
                <c:pt idx="413">
                  <c:v>7.97810287586</c:v>
                </c:pt>
                <c:pt idx="414">
                  <c:v>7.67848195869</c:v>
                </c:pt>
                <c:pt idx="415">
                  <c:v>7.84652885226</c:v>
                </c:pt>
                <c:pt idx="416">
                  <c:v>7.69381485389</c:v>
                </c:pt>
                <c:pt idx="417">
                  <c:v>7.96642334594</c:v>
                </c:pt>
                <c:pt idx="418">
                  <c:v>9.12175905529</c:v>
                </c:pt>
                <c:pt idx="419">
                  <c:v>10.227085219</c:v>
                </c:pt>
                <c:pt idx="420">
                  <c:v>7.66012521932</c:v>
                </c:pt>
                <c:pt idx="421">
                  <c:v>8.29459407069</c:v>
                </c:pt>
                <c:pt idx="422">
                  <c:v>7.76549718694</c:v>
                </c:pt>
                <c:pt idx="423">
                  <c:v>8.12360666899</c:v>
                </c:pt>
                <c:pt idx="424">
                  <c:v>8.28064209863</c:v>
                </c:pt>
                <c:pt idx="425">
                  <c:v>9.2872107771</c:v>
                </c:pt>
                <c:pt idx="426">
                  <c:v>7.72363624845</c:v>
                </c:pt>
                <c:pt idx="427">
                  <c:v>8.42829357418</c:v>
                </c:pt>
                <c:pt idx="428">
                  <c:v>8.6986224297</c:v>
                </c:pt>
                <c:pt idx="429">
                  <c:v>8.36262570799</c:v>
                </c:pt>
                <c:pt idx="430">
                  <c:v>9.27116943977</c:v>
                </c:pt>
                <c:pt idx="431">
                  <c:v>8.57307476733</c:v>
                </c:pt>
                <c:pt idx="432">
                  <c:v>8.55307069475</c:v>
                </c:pt>
                <c:pt idx="433">
                  <c:v>7.65460003726</c:v>
                </c:pt>
                <c:pt idx="434">
                  <c:v>7.941491556</c:v>
                </c:pt>
                <c:pt idx="435">
                  <c:v>8.18445008906</c:v>
                </c:pt>
                <c:pt idx="436">
                  <c:v>9.42785484316</c:v>
                </c:pt>
                <c:pt idx="437">
                  <c:v>7.67920978604</c:v>
                </c:pt>
                <c:pt idx="438">
                  <c:v>7.79665064023</c:v>
                </c:pt>
                <c:pt idx="439">
                  <c:v>9.00719794946</c:v>
                </c:pt>
                <c:pt idx="440">
                  <c:v>7.96869770777</c:v>
                </c:pt>
                <c:pt idx="441">
                  <c:v>8.4628859306</c:v>
                </c:pt>
                <c:pt idx="442">
                  <c:v>8.59639474423</c:v>
                </c:pt>
                <c:pt idx="443">
                  <c:v>7.91550008604</c:v>
                </c:pt>
                <c:pt idx="444">
                  <c:v>8.00361130263</c:v>
                </c:pt>
                <c:pt idx="445">
                  <c:v>7.76881562999</c:v>
                </c:pt>
                <c:pt idx="446">
                  <c:v>8.03772920325</c:v>
                </c:pt>
                <c:pt idx="447">
                  <c:v>8.75171856622</c:v>
                </c:pt>
                <c:pt idx="448">
                  <c:v>8.0188169605</c:v>
                </c:pt>
                <c:pt idx="449">
                  <c:v>9.05007761736</c:v>
                </c:pt>
                <c:pt idx="450">
                  <c:v>8.38989225544</c:v>
                </c:pt>
                <c:pt idx="451">
                  <c:v>8.35134206942</c:v>
                </c:pt>
                <c:pt idx="452">
                  <c:v>7.73338988537</c:v>
                </c:pt>
                <c:pt idx="453">
                  <c:v>8.35299244545</c:v>
                </c:pt>
                <c:pt idx="454">
                  <c:v>9.47475908428</c:v>
                </c:pt>
                <c:pt idx="455">
                  <c:v>8.72076028185</c:v>
                </c:pt>
                <c:pt idx="456">
                  <c:v>8.62162385232</c:v>
                </c:pt>
                <c:pt idx="457">
                  <c:v>8.28852197166</c:v>
                </c:pt>
                <c:pt idx="458">
                  <c:v>8.31272094243</c:v>
                </c:pt>
                <c:pt idx="459">
                  <c:v>8.27086276108</c:v>
                </c:pt>
                <c:pt idx="460">
                  <c:v>9.51402256313</c:v>
                </c:pt>
                <c:pt idx="461">
                  <c:v>7.73907368756</c:v>
                </c:pt>
                <c:pt idx="462">
                  <c:v>8.25291853415</c:v>
                </c:pt>
                <c:pt idx="463">
                  <c:v>7.85994846446</c:v>
                </c:pt>
                <c:pt idx="464">
                  <c:v>7.68614450542</c:v>
                </c:pt>
                <c:pt idx="465">
                  <c:v>7.60229878763</c:v>
                </c:pt>
                <c:pt idx="466">
                  <c:v>8.57746996967</c:v>
                </c:pt>
                <c:pt idx="467">
                  <c:v>8.40427766905</c:v>
                </c:pt>
                <c:pt idx="468">
                  <c:v>7.86159414464</c:v>
                </c:pt>
                <c:pt idx="469">
                  <c:v>7.73384701639</c:v>
                </c:pt>
                <c:pt idx="470">
                  <c:v>8.82658398985</c:v>
                </c:pt>
                <c:pt idx="471">
                  <c:v>8.72953491659</c:v>
                </c:pt>
                <c:pt idx="472">
                  <c:v>8.14159399166</c:v>
                </c:pt>
                <c:pt idx="473">
                  <c:v>8.6219527458</c:v>
                </c:pt>
                <c:pt idx="474">
                  <c:v>8.17059317858</c:v>
                </c:pt>
                <c:pt idx="475">
                  <c:v>9.06397962755</c:v>
                </c:pt>
                <c:pt idx="476">
                  <c:v>7.93930454826</c:v>
                </c:pt>
                <c:pt idx="477">
                  <c:v>8.25167228142</c:v>
                </c:pt>
                <c:pt idx="478">
                  <c:v>8.35829089868</c:v>
                </c:pt>
                <c:pt idx="479">
                  <c:v>7.86335855409</c:v>
                </c:pt>
                <c:pt idx="480">
                  <c:v>8.13356126119</c:v>
                </c:pt>
                <c:pt idx="481">
                  <c:v>7.71511714749</c:v>
                </c:pt>
                <c:pt idx="482">
                  <c:v>8.52419872968</c:v>
                </c:pt>
                <c:pt idx="483">
                  <c:v>8.0924258699</c:v>
                </c:pt>
                <c:pt idx="484">
                  <c:v>8.19173318624</c:v>
                </c:pt>
                <c:pt idx="485">
                  <c:v>8.15803664903</c:v>
                </c:pt>
                <c:pt idx="486">
                  <c:v>8.41059841904</c:v>
                </c:pt>
                <c:pt idx="487">
                  <c:v>7.60785160495</c:v>
                </c:pt>
                <c:pt idx="488">
                  <c:v>7.84614528731</c:v>
                </c:pt>
                <c:pt idx="489">
                  <c:v>8.09116379894</c:v>
                </c:pt>
                <c:pt idx="490">
                  <c:v>7.58722814731</c:v>
                </c:pt>
                <c:pt idx="491">
                  <c:v>8.28321979085</c:v>
                </c:pt>
                <c:pt idx="492">
                  <c:v>8.15453656466</c:v>
                </c:pt>
                <c:pt idx="493">
                  <c:v>8.787270562</c:v>
                </c:pt>
                <c:pt idx="494">
                  <c:v>8.36148985298</c:v>
                </c:pt>
                <c:pt idx="495">
                  <c:v>8.50795701546</c:v>
                </c:pt>
                <c:pt idx="496">
                  <c:v>9.10591465663</c:v>
                </c:pt>
                <c:pt idx="497">
                  <c:v>7.60997838197</c:v>
                </c:pt>
                <c:pt idx="498">
                  <c:v>8.65200155822</c:v>
                </c:pt>
                <c:pt idx="499">
                  <c:v>9.98616482039</c:v>
                </c:pt>
                <c:pt idx="500">
                  <c:v>8.68394443326</c:v>
                </c:pt>
                <c:pt idx="501">
                  <c:v>7.93395777169</c:v>
                </c:pt>
                <c:pt idx="502">
                  <c:v>8.60693248327</c:v>
                </c:pt>
                <c:pt idx="503">
                  <c:v>7.75157931021</c:v>
                </c:pt>
                <c:pt idx="504">
                  <c:v>7.60475509464</c:v>
                </c:pt>
                <c:pt idx="505">
                  <c:v>8.02173492638</c:v>
                </c:pt>
                <c:pt idx="506">
                  <c:v>9.38621243288</c:v>
                </c:pt>
                <c:pt idx="507">
                  <c:v>8.68149269345</c:v>
                </c:pt>
                <c:pt idx="508">
                  <c:v>8.6834118005</c:v>
                </c:pt>
                <c:pt idx="509">
                  <c:v>7.5166675591</c:v>
                </c:pt>
                <c:pt idx="510">
                  <c:v>8.93007498101</c:v>
                </c:pt>
                <c:pt idx="511">
                  <c:v>7.92091602502</c:v>
                </c:pt>
                <c:pt idx="512">
                  <c:v>7.78724788033</c:v>
                </c:pt>
                <c:pt idx="513">
                  <c:v>7.92930139483</c:v>
                </c:pt>
                <c:pt idx="514">
                  <c:v>8.61167870824</c:v>
                </c:pt>
                <c:pt idx="515">
                  <c:v>8.73149770689</c:v>
                </c:pt>
                <c:pt idx="516">
                  <c:v>8.01028723298</c:v>
                </c:pt>
                <c:pt idx="517">
                  <c:v>7.80079266093</c:v>
                </c:pt>
                <c:pt idx="518">
                  <c:v>8.58838264791</c:v>
                </c:pt>
                <c:pt idx="519">
                  <c:v>10.0867612607</c:v>
                </c:pt>
                <c:pt idx="520">
                  <c:v>7.71160479221</c:v>
                </c:pt>
                <c:pt idx="521">
                  <c:v>9.09639933</c:v>
                </c:pt>
                <c:pt idx="522">
                  <c:v>8.03602973066</c:v>
                </c:pt>
                <c:pt idx="523">
                  <c:v>8.47393344338</c:v>
                </c:pt>
                <c:pt idx="524">
                  <c:v>9.38012147824</c:v>
                </c:pt>
                <c:pt idx="525">
                  <c:v>8.47003101591</c:v>
                </c:pt>
                <c:pt idx="526">
                  <c:v>8.07264686942</c:v>
                </c:pt>
                <c:pt idx="527">
                  <c:v>7.77271034372</c:v>
                </c:pt>
                <c:pt idx="528">
                  <c:v>7.46515969765</c:v>
                </c:pt>
                <c:pt idx="529">
                  <c:v>8.33630359994</c:v>
                </c:pt>
                <c:pt idx="530">
                  <c:v>7.61313327022</c:v>
                </c:pt>
                <c:pt idx="531">
                  <c:v>8.95915877914</c:v>
                </c:pt>
                <c:pt idx="532">
                  <c:v>7.54090481532</c:v>
                </c:pt>
                <c:pt idx="533">
                  <c:v>7.79975396641</c:v>
                </c:pt>
                <c:pt idx="534">
                  <c:v>7.79008803266</c:v>
                </c:pt>
                <c:pt idx="535">
                  <c:v>7.95430523633</c:v>
                </c:pt>
                <c:pt idx="536">
                  <c:v>9.66056240921</c:v>
                </c:pt>
                <c:pt idx="537">
                  <c:v>8.91647395196</c:v>
                </c:pt>
                <c:pt idx="538">
                  <c:v>9.57416744113</c:v>
                </c:pt>
                <c:pt idx="539">
                  <c:v>7.77420299238</c:v>
                </c:pt>
                <c:pt idx="540">
                  <c:v>7.75100180623</c:v>
                </c:pt>
                <c:pt idx="541">
                  <c:v>8.30991109063</c:v>
                </c:pt>
                <c:pt idx="542">
                  <c:v>7.85175352903</c:v>
                </c:pt>
                <c:pt idx="543">
                  <c:v>8.57833314799</c:v>
                </c:pt>
                <c:pt idx="544">
                  <c:v>7.74074154484</c:v>
                </c:pt>
                <c:pt idx="545">
                  <c:v>7.41256133909</c:v>
                </c:pt>
                <c:pt idx="546">
                  <c:v>7.94668801702</c:v>
                </c:pt>
                <c:pt idx="547">
                  <c:v>7.7584425403</c:v>
                </c:pt>
                <c:pt idx="548">
                  <c:v>8.48521445379</c:v>
                </c:pt>
                <c:pt idx="549">
                  <c:v>9.74509478741</c:v>
                </c:pt>
                <c:pt idx="550">
                  <c:v>9.52943240776</c:v>
                </c:pt>
                <c:pt idx="551">
                  <c:v>8.75125215225</c:v>
                </c:pt>
                <c:pt idx="552">
                  <c:v>8.72887948768</c:v>
                </c:pt>
                <c:pt idx="553">
                  <c:v>8.8920043937</c:v>
                </c:pt>
                <c:pt idx="554">
                  <c:v>7.33953093874</c:v>
                </c:pt>
                <c:pt idx="555">
                  <c:v>8.72489654891</c:v>
                </c:pt>
                <c:pt idx="556">
                  <c:v>8.46607538539</c:v>
                </c:pt>
                <c:pt idx="557">
                  <c:v>7.54993464623</c:v>
                </c:pt>
                <c:pt idx="558">
                  <c:v>9.41811377487</c:v>
                </c:pt>
                <c:pt idx="559">
                  <c:v>7.71143602273</c:v>
                </c:pt>
                <c:pt idx="560">
                  <c:v>9.73241434811</c:v>
                </c:pt>
                <c:pt idx="561">
                  <c:v>9.51730993478</c:v>
                </c:pt>
                <c:pt idx="562">
                  <c:v>8.06949049557</c:v>
                </c:pt>
                <c:pt idx="563">
                  <c:v>8.06243155316</c:v>
                </c:pt>
                <c:pt idx="564">
                  <c:v>7.78494520733</c:v>
                </c:pt>
                <c:pt idx="565">
                  <c:v>7.92096291579</c:v>
                </c:pt>
                <c:pt idx="566">
                  <c:v>8.34956501879</c:v>
                </c:pt>
                <c:pt idx="567">
                  <c:v>8.50881107757</c:v>
                </c:pt>
                <c:pt idx="568">
                  <c:v>7.91812473837</c:v>
                </c:pt>
                <c:pt idx="569">
                  <c:v>7.66122566027</c:v>
                </c:pt>
                <c:pt idx="570">
                  <c:v>8.02803822369</c:v>
                </c:pt>
                <c:pt idx="571">
                  <c:v>7.56089850643</c:v>
                </c:pt>
                <c:pt idx="572">
                  <c:v>8.16630575815</c:v>
                </c:pt>
                <c:pt idx="573">
                  <c:v>7.9931627814</c:v>
                </c:pt>
                <c:pt idx="574">
                  <c:v>8.19105398738</c:v>
                </c:pt>
                <c:pt idx="575">
                  <c:v>9.21809389684</c:v>
                </c:pt>
                <c:pt idx="576">
                  <c:v>7.42249134921</c:v>
                </c:pt>
                <c:pt idx="577">
                  <c:v>7.70534190359</c:v>
                </c:pt>
                <c:pt idx="578">
                  <c:v>7.89143151927</c:v>
                </c:pt>
                <c:pt idx="579">
                  <c:v>8.33264646745</c:v>
                </c:pt>
                <c:pt idx="580">
                  <c:v>9.10511454116</c:v>
                </c:pt>
                <c:pt idx="581">
                  <c:v>8.76330817166</c:v>
                </c:pt>
                <c:pt idx="582">
                  <c:v>7.99767028697</c:v>
                </c:pt>
                <c:pt idx="583">
                  <c:v>7.64227651611</c:v>
                </c:pt>
                <c:pt idx="584">
                  <c:v>7.85244949436</c:v>
                </c:pt>
                <c:pt idx="585">
                  <c:v>8.05520626163</c:v>
                </c:pt>
                <c:pt idx="586">
                  <c:v>7.77320114236</c:v>
                </c:pt>
                <c:pt idx="587">
                  <c:v>7.96248772043</c:v>
                </c:pt>
                <c:pt idx="588">
                  <c:v>7.91097106185</c:v>
                </c:pt>
                <c:pt idx="589">
                  <c:v>8.36154652744</c:v>
                </c:pt>
                <c:pt idx="590">
                  <c:v>7.66504600104</c:v>
                </c:pt>
                <c:pt idx="591">
                  <c:v>7.81287994809</c:v>
                </c:pt>
                <c:pt idx="592">
                  <c:v>8.39646089151</c:v>
                </c:pt>
                <c:pt idx="593">
                  <c:v>8.60805297267</c:v>
                </c:pt>
                <c:pt idx="594">
                  <c:v>8.27761379786</c:v>
                </c:pt>
                <c:pt idx="595">
                  <c:v>7.84751713499</c:v>
                </c:pt>
                <c:pt idx="596">
                  <c:v>8.09944236972</c:v>
                </c:pt>
                <c:pt idx="597">
                  <c:v>8.72418736284</c:v>
                </c:pt>
                <c:pt idx="598">
                  <c:v>9.35527140479</c:v>
                </c:pt>
                <c:pt idx="599">
                  <c:v>8.26760580588</c:v>
                </c:pt>
                <c:pt idx="600">
                  <c:v>8.76550463912</c:v>
                </c:pt>
                <c:pt idx="601">
                  <c:v>9.0200901784</c:v>
                </c:pt>
                <c:pt idx="602">
                  <c:v>8.72952034425</c:v>
                </c:pt>
                <c:pt idx="603">
                  <c:v>8.51270173564</c:v>
                </c:pt>
                <c:pt idx="604">
                  <c:v>9.90271622438</c:v>
                </c:pt>
                <c:pt idx="605">
                  <c:v>8.01577456838</c:v>
                </c:pt>
                <c:pt idx="606">
                  <c:v>8.97267484232</c:v>
                </c:pt>
                <c:pt idx="607">
                  <c:v>9.29749766701</c:v>
                </c:pt>
                <c:pt idx="608">
                  <c:v>7.6822353569</c:v>
                </c:pt>
                <c:pt idx="609">
                  <c:v>8.04180704125</c:v>
                </c:pt>
                <c:pt idx="610">
                  <c:v>8.64446320864</c:v>
                </c:pt>
                <c:pt idx="611">
                  <c:v>8.04731771047</c:v>
                </c:pt>
                <c:pt idx="612">
                  <c:v>8.21120867326</c:v>
                </c:pt>
                <c:pt idx="613">
                  <c:v>9.91063315471</c:v>
                </c:pt>
                <c:pt idx="614">
                  <c:v>8.50963794303</c:v>
                </c:pt>
                <c:pt idx="615">
                  <c:v>8.31590110459</c:v>
                </c:pt>
                <c:pt idx="616">
                  <c:v>9.0550953361</c:v>
                </c:pt>
                <c:pt idx="617">
                  <c:v>8.25956282261</c:v>
                </c:pt>
                <c:pt idx="618">
                  <c:v>8.09022629994</c:v>
                </c:pt>
                <c:pt idx="619">
                  <c:v>7.76685138204</c:v>
                </c:pt>
                <c:pt idx="620">
                  <c:v>7.73043502419</c:v>
                </c:pt>
                <c:pt idx="621">
                  <c:v>7.51730148863</c:v>
                </c:pt>
                <c:pt idx="622">
                  <c:v>8.75151851597</c:v>
                </c:pt>
                <c:pt idx="623">
                  <c:v>8.04658490145</c:v>
                </c:pt>
                <c:pt idx="624">
                  <c:v>8.24439341202</c:v>
                </c:pt>
                <c:pt idx="625">
                  <c:v>7.82963821163</c:v>
                </c:pt>
                <c:pt idx="626">
                  <c:v>7.57823796116</c:v>
                </c:pt>
                <c:pt idx="627">
                  <c:v>8.40835530947</c:v>
                </c:pt>
                <c:pt idx="628">
                  <c:v>8.55656782189</c:v>
                </c:pt>
                <c:pt idx="629">
                  <c:v>8.04313033035</c:v>
                </c:pt>
                <c:pt idx="630">
                  <c:v>8.02750046322</c:v>
                </c:pt>
                <c:pt idx="631">
                  <c:v>8.28469686916</c:v>
                </c:pt>
                <c:pt idx="632">
                  <c:v>8.40079348314</c:v>
                </c:pt>
                <c:pt idx="633">
                  <c:v>8.44453973447</c:v>
                </c:pt>
                <c:pt idx="634">
                  <c:v>8.1326118505</c:v>
                </c:pt>
                <c:pt idx="635">
                  <c:v>8.64879506343</c:v>
                </c:pt>
                <c:pt idx="636">
                  <c:v>9.64641568631</c:v>
                </c:pt>
                <c:pt idx="637">
                  <c:v>8.05302078995</c:v>
                </c:pt>
                <c:pt idx="638">
                  <c:v>8.38459352712</c:v>
                </c:pt>
                <c:pt idx="639">
                  <c:v>8.34166990972</c:v>
                </c:pt>
                <c:pt idx="640">
                  <c:v>7.69215043281</c:v>
                </c:pt>
                <c:pt idx="641">
                  <c:v>7.70268896816</c:v>
                </c:pt>
                <c:pt idx="642">
                  <c:v>7.73190289061</c:v>
                </c:pt>
                <c:pt idx="643">
                  <c:v>8.01164232671</c:v>
                </c:pt>
                <c:pt idx="644">
                  <c:v>8.06845303769</c:v>
                </c:pt>
                <c:pt idx="645">
                  <c:v>8.87171650918</c:v>
                </c:pt>
                <c:pt idx="646">
                  <c:v>8.45543570794</c:v>
                </c:pt>
                <c:pt idx="647">
                  <c:v>8.9359564426</c:v>
                </c:pt>
                <c:pt idx="648">
                  <c:v>8.60370501942</c:v>
                </c:pt>
                <c:pt idx="649">
                  <c:v>7.84288370685</c:v>
                </c:pt>
                <c:pt idx="650">
                  <c:v>8.09575150869</c:v>
                </c:pt>
                <c:pt idx="651">
                  <c:v>7.90677665526</c:v>
                </c:pt>
                <c:pt idx="652">
                  <c:v>8.04491196525</c:v>
                </c:pt>
                <c:pt idx="653">
                  <c:v>8.662214624</c:v>
                </c:pt>
                <c:pt idx="654">
                  <c:v>8.23674881515</c:v>
                </c:pt>
                <c:pt idx="655">
                  <c:v>7.72706115328</c:v>
                </c:pt>
                <c:pt idx="656">
                  <c:v>7.78521590676</c:v>
                </c:pt>
                <c:pt idx="657">
                  <c:v>8.00742769853</c:v>
                </c:pt>
                <c:pt idx="658">
                  <c:v>9.49883772916</c:v>
                </c:pt>
                <c:pt idx="659">
                  <c:v>8.30821427592</c:v>
                </c:pt>
                <c:pt idx="660">
                  <c:v>9.20697475148</c:v>
                </c:pt>
                <c:pt idx="661">
                  <c:v>8.77749279534</c:v>
                </c:pt>
                <c:pt idx="662">
                  <c:v>8.00968030586</c:v>
                </c:pt>
                <c:pt idx="663">
                  <c:v>9.04206453204</c:v>
                </c:pt>
                <c:pt idx="664">
                  <c:v>7.98838502591</c:v>
                </c:pt>
                <c:pt idx="665">
                  <c:v>7.70722089698</c:v>
                </c:pt>
                <c:pt idx="666">
                  <c:v>7.83040259426</c:v>
                </c:pt>
                <c:pt idx="667">
                  <c:v>7.95106539227</c:v>
                </c:pt>
                <c:pt idx="668">
                  <c:v>7.64745143457</c:v>
                </c:pt>
                <c:pt idx="669">
                  <c:v>7.76345045649</c:v>
                </c:pt>
                <c:pt idx="670">
                  <c:v>7.66767704705</c:v>
                </c:pt>
                <c:pt idx="671">
                  <c:v>7.6922563002</c:v>
                </c:pt>
                <c:pt idx="672">
                  <c:v>7.73527944806</c:v>
                </c:pt>
                <c:pt idx="673">
                  <c:v>8.84392385905</c:v>
                </c:pt>
                <c:pt idx="674">
                  <c:v>9.65516668225</c:v>
                </c:pt>
                <c:pt idx="675">
                  <c:v>8.48539487325</c:v>
                </c:pt>
                <c:pt idx="676">
                  <c:v>8.27636068681</c:v>
                </c:pt>
                <c:pt idx="677">
                  <c:v>7.67177432667</c:v>
                </c:pt>
                <c:pt idx="678">
                  <c:v>8.19135318938</c:v>
                </c:pt>
                <c:pt idx="679">
                  <c:v>8.20114029568</c:v>
                </c:pt>
                <c:pt idx="680">
                  <c:v>7.66074218915</c:v>
                </c:pt>
                <c:pt idx="681">
                  <c:v>8.01597136118</c:v>
                </c:pt>
                <c:pt idx="682">
                  <c:v>7.6534923023</c:v>
                </c:pt>
                <c:pt idx="683">
                  <c:v>7.54778700817</c:v>
                </c:pt>
                <c:pt idx="684">
                  <c:v>7.98131563942</c:v>
                </c:pt>
                <c:pt idx="685">
                  <c:v>8.15005609355</c:v>
                </c:pt>
                <c:pt idx="686">
                  <c:v>8.8903444376</c:v>
                </c:pt>
                <c:pt idx="687">
                  <c:v>7.95365823178</c:v>
                </c:pt>
                <c:pt idx="688">
                  <c:v>7.65814500517</c:v>
                </c:pt>
                <c:pt idx="689">
                  <c:v>8.26585982285</c:v>
                </c:pt>
                <c:pt idx="690">
                  <c:v>7.82606183849</c:v>
                </c:pt>
                <c:pt idx="691">
                  <c:v>8.09734409049</c:v>
                </c:pt>
                <c:pt idx="692">
                  <c:v>7.80550765458</c:v>
                </c:pt>
                <c:pt idx="693">
                  <c:v>8.08838064285</c:v>
                </c:pt>
                <c:pt idx="694">
                  <c:v>9.22044048387</c:v>
                </c:pt>
                <c:pt idx="695">
                  <c:v>7.87144449614</c:v>
                </c:pt>
                <c:pt idx="696">
                  <c:v>8.84280076118</c:v>
                </c:pt>
                <c:pt idx="697">
                  <c:v>8.50458910499</c:v>
                </c:pt>
                <c:pt idx="698">
                  <c:v>7.74814924898</c:v>
                </c:pt>
                <c:pt idx="699">
                  <c:v>7.89984238069</c:v>
                </c:pt>
                <c:pt idx="700">
                  <c:v>7.63734961192</c:v>
                </c:pt>
                <c:pt idx="701">
                  <c:v>8.0046222657</c:v>
                </c:pt>
                <c:pt idx="702">
                  <c:v>8.84338540859</c:v>
                </c:pt>
                <c:pt idx="703">
                  <c:v>7.79069322316</c:v>
                </c:pt>
                <c:pt idx="704">
                  <c:v>7.44611758137</c:v>
                </c:pt>
                <c:pt idx="705">
                  <c:v>7.64210823288</c:v>
                </c:pt>
                <c:pt idx="706">
                  <c:v>9.00994397771</c:v>
                </c:pt>
                <c:pt idx="707">
                  <c:v>7.89191639404</c:v>
                </c:pt>
                <c:pt idx="708">
                  <c:v>7.83972309378</c:v>
                </c:pt>
                <c:pt idx="709">
                  <c:v>7.89805018482</c:v>
                </c:pt>
                <c:pt idx="710">
                  <c:v>8.45611996446</c:v>
                </c:pt>
                <c:pt idx="711">
                  <c:v>7.63381171553</c:v>
                </c:pt>
                <c:pt idx="712">
                  <c:v>8.76762999039</c:v>
                </c:pt>
                <c:pt idx="713">
                  <c:v>8.04420646438</c:v>
                </c:pt>
                <c:pt idx="714">
                  <c:v>8.19410066328</c:v>
                </c:pt>
                <c:pt idx="715">
                  <c:v>7.82684547735</c:v>
                </c:pt>
                <c:pt idx="716">
                  <c:v>8.38380459822</c:v>
                </c:pt>
                <c:pt idx="717">
                  <c:v>7.60382614524</c:v>
                </c:pt>
                <c:pt idx="718">
                  <c:v>7.68203671496</c:v>
                </c:pt>
                <c:pt idx="719">
                  <c:v>8.41190409255</c:v>
                </c:pt>
                <c:pt idx="720">
                  <c:v>8.3546941494</c:v>
                </c:pt>
                <c:pt idx="721">
                  <c:v>9.39429351981</c:v>
                </c:pt>
                <c:pt idx="722">
                  <c:v>8.89003070505</c:v>
                </c:pt>
                <c:pt idx="723">
                  <c:v>8.99214111787</c:v>
                </c:pt>
                <c:pt idx="724">
                  <c:v>8.30261012102</c:v>
                </c:pt>
                <c:pt idx="725">
                  <c:v>7.73846343946</c:v>
                </c:pt>
                <c:pt idx="726">
                  <c:v>7.7007383209</c:v>
                </c:pt>
                <c:pt idx="727">
                  <c:v>8.40727020313</c:v>
                </c:pt>
                <c:pt idx="728">
                  <c:v>7.95411702846</c:v>
                </c:pt>
                <c:pt idx="729">
                  <c:v>9.39847820022</c:v>
                </c:pt>
                <c:pt idx="730">
                  <c:v>8.18045276381</c:v>
                </c:pt>
                <c:pt idx="731">
                  <c:v>7.86369750057</c:v>
                </c:pt>
                <c:pt idx="732">
                  <c:v>8.00358976719</c:v>
                </c:pt>
                <c:pt idx="733">
                  <c:v>7.60355572862</c:v>
                </c:pt>
                <c:pt idx="734">
                  <c:v>8.4023370549</c:v>
                </c:pt>
                <c:pt idx="735">
                  <c:v>8.34171341233</c:v>
                </c:pt>
                <c:pt idx="736">
                  <c:v>8.63396205869</c:v>
                </c:pt>
                <c:pt idx="737">
                  <c:v>8.84994491762</c:v>
                </c:pt>
                <c:pt idx="738">
                  <c:v>8.90864691084</c:v>
                </c:pt>
                <c:pt idx="739">
                  <c:v>8.74991015312</c:v>
                </c:pt>
                <c:pt idx="740">
                  <c:v>7.60473351372</c:v>
                </c:pt>
                <c:pt idx="741">
                  <c:v>8.0295704436</c:v>
                </c:pt>
                <c:pt idx="742">
                  <c:v>7.71668765322</c:v>
                </c:pt>
                <c:pt idx="743">
                  <c:v>7.6591076792</c:v>
                </c:pt>
                <c:pt idx="744">
                  <c:v>7.78640356343</c:v>
                </c:pt>
                <c:pt idx="745">
                  <c:v>7.98181407853</c:v>
                </c:pt>
                <c:pt idx="746">
                  <c:v>7.5976074408</c:v>
                </c:pt>
                <c:pt idx="747">
                  <c:v>9.01910257567</c:v>
                </c:pt>
                <c:pt idx="748">
                  <c:v>7.97625824926</c:v>
                </c:pt>
                <c:pt idx="749">
                  <c:v>8.03976696401</c:v>
                </c:pt>
                <c:pt idx="750">
                  <c:v>8.09062128305</c:v>
                </c:pt>
                <c:pt idx="751">
                  <c:v>7.89514066045</c:v>
                </c:pt>
                <c:pt idx="752">
                  <c:v>8.22652515373</c:v>
                </c:pt>
                <c:pt idx="753">
                  <c:v>8.44383072034</c:v>
                </c:pt>
                <c:pt idx="754">
                  <c:v>8.59379539952</c:v>
                </c:pt>
                <c:pt idx="755">
                  <c:v>7.72507816317</c:v>
                </c:pt>
                <c:pt idx="756">
                  <c:v>7.91611164227</c:v>
                </c:pt>
                <c:pt idx="757">
                  <c:v>7.9684082248</c:v>
                </c:pt>
                <c:pt idx="758">
                  <c:v>8.77772833123</c:v>
                </c:pt>
                <c:pt idx="759">
                  <c:v>9.31521523384</c:v>
                </c:pt>
                <c:pt idx="760">
                  <c:v>7.37038354061</c:v>
                </c:pt>
                <c:pt idx="761">
                  <c:v>7.53969070502</c:v>
                </c:pt>
                <c:pt idx="762">
                  <c:v>8.31524591746</c:v>
                </c:pt>
                <c:pt idx="763">
                  <c:v>8.22036178841</c:v>
                </c:pt>
                <c:pt idx="764">
                  <c:v>8.05443684998</c:v>
                </c:pt>
                <c:pt idx="765">
                  <c:v>8.26050069774</c:v>
                </c:pt>
                <c:pt idx="766">
                  <c:v>8.0396123819</c:v>
                </c:pt>
                <c:pt idx="767">
                  <c:v>7.80682415187</c:v>
                </c:pt>
                <c:pt idx="768">
                  <c:v>9.06758634447</c:v>
                </c:pt>
                <c:pt idx="769">
                  <c:v>8.01515429727</c:v>
                </c:pt>
                <c:pt idx="770">
                  <c:v>7.52613242124</c:v>
                </c:pt>
                <c:pt idx="771">
                  <c:v>7.88610137772</c:v>
                </c:pt>
                <c:pt idx="772">
                  <c:v>7.54429133838</c:v>
                </c:pt>
                <c:pt idx="773">
                  <c:v>8.00179426758</c:v>
                </c:pt>
                <c:pt idx="774">
                  <c:v>7.45383795908</c:v>
                </c:pt>
                <c:pt idx="775">
                  <c:v>7.93765327451</c:v>
                </c:pt>
                <c:pt idx="776">
                  <c:v>7.87470789349</c:v>
                </c:pt>
                <c:pt idx="777">
                  <c:v>7.6078087487</c:v>
                </c:pt>
                <c:pt idx="778">
                  <c:v>8.00709883799</c:v>
                </c:pt>
                <c:pt idx="779">
                  <c:v>8.05525980174</c:v>
                </c:pt>
                <c:pt idx="780">
                  <c:v>7.62807203496</c:v>
                </c:pt>
                <c:pt idx="781">
                  <c:v>7.58503186353</c:v>
                </c:pt>
                <c:pt idx="782">
                  <c:v>7.32335524576</c:v>
                </c:pt>
                <c:pt idx="783">
                  <c:v>7.91092841131</c:v>
                </c:pt>
                <c:pt idx="784">
                  <c:v>8.78454169457</c:v>
                </c:pt>
                <c:pt idx="785">
                  <c:v>8.15774378514</c:v>
                </c:pt>
                <c:pt idx="786">
                  <c:v>7.60540202415</c:v>
                </c:pt>
                <c:pt idx="787">
                  <c:v>7.51491946649</c:v>
                </c:pt>
                <c:pt idx="788">
                  <c:v>8.43451940442</c:v>
                </c:pt>
                <c:pt idx="789">
                  <c:v>9.96615088804</c:v>
                </c:pt>
                <c:pt idx="790">
                  <c:v>7.5097131567</c:v>
                </c:pt>
                <c:pt idx="791">
                  <c:v>8.12315228856</c:v>
                </c:pt>
                <c:pt idx="792">
                  <c:v>8.01554416565</c:v>
                </c:pt>
                <c:pt idx="793">
                  <c:v>8.39150496526</c:v>
                </c:pt>
                <c:pt idx="794">
                  <c:v>7.78094345458</c:v>
                </c:pt>
                <c:pt idx="795">
                  <c:v>7.86703120649</c:v>
                </c:pt>
                <c:pt idx="796">
                  <c:v>7.7986023111</c:v>
                </c:pt>
                <c:pt idx="797">
                  <c:v>8.70426293821</c:v>
                </c:pt>
                <c:pt idx="798">
                  <c:v>7.64553033824</c:v>
                </c:pt>
                <c:pt idx="799">
                  <c:v>8.7739494576</c:v>
                </c:pt>
                <c:pt idx="800">
                  <c:v>7.68857108677</c:v>
                </c:pt>
                <c:pt idx="801">
                  <c:v>7.76886000084</c:v>
                </c:pt>
                <c:pt idx="802">
                  <c:v>8.22232881389</c:v>
                </c:pt>
                <c:pt idx="803">
                  <c:v>8.20851659896</c:v>
                </c:pt>
                <c:pt idx="804">
                  <c:v>9.44729837884</c:v>
                </c:pt>
                <c:pt idx="805">
                  <c:v>9.56115137236</c:v>
                </c:pt>
                <c:pt idx="806">
                  <c:v>8.23067622782</c:v>
                </c:pt>
                <c:pt idx="807">
                  <c:v>8.46405414054</c:v>
                </c:pt>
                <c:pt idx="808">
                  <c:v>8.48773070552</c:v>
                </c:pt>
                <c:pt idx="809">
                  <c:v>7.7875950637</c:v>
                </c:pt>
                <c:pt idx="810">
                  <c:v>7.91687487854</c:v>
                </c:pt>
                <c:pt idx="811">
                  <c:v>8.05655041388</c:v>
                </c:pt>
                <c:pt idx="812">
                  <c:v>9.41653699647</c:v>
                </c:pt>
                <c:pt idx="813">
                  <c:v>9.47052279906</c:v>
                </c:pt>
                <c:pt idx="814">
                  <c:v>9.19264215225</c:v>
                </c:pt>
                <c:pt idx="815">
                  <c:v>7.8568376014</c:v>
                </c:pt>
                <c:pt idx="816">
                  <c:v>8.93032233982</c:v>
                </c:pt>
                <c:pt idx="817">
                  <c:v>8.62550588504</c:v>
                </c:pt>
                <c:pt idx="818">
                  <c:v>8.05929450373</c:v>
                </c:pt>
                <c:pt idx="819">
                  <c:v>9.51844431558</c:v>
                </c:pt>
                <c:pt idx="820">
                  <c:v>8.02094105986</c:v>
                </c:pt>
                <c:pt idx="821">
                  <c:v>8.18262575612</c:v>
                </c:pt>
                <c:pt idx="822">
                  <c:v>10.2352972246</c:v>
                </c:pt>
                <c:pt idx="823">
                  <c:v>10.5755519567</c:v>
                </c:pt>
                <c:pt idx="824">
                  <c:v>7.68411793764</c:v>
                </c:pt>
                <c:pt idx="825">
                  <c:v>9.52159202423</c:v>
                </c:pt>
                <c:pt idx="826">
                  <c:v>8.06664640216</c:v>
                </c:pt>
                <c:pt idx="827">
                  <c:v>7.82524431222</c:v>
                </c:pt>
                <c:pt idx="828">
                  <c:v>8.38319398823</c:v>
                </c:pt>
                <c:pt idx="829">
                  <c:v>8.18928252132</c:v>
                </c:pt>
                <c:pt idx="830">
                  <c:v>7.83616581628</c:v>
                </c:pt>
                <c:pt idx="831">
                  <c:v>7.78800565706</c:v>
                </c:pt>
                <c:pt idx="832">
                  <c:v>7.77139637866</c:v>
                </c:pt>
                <c:pt idx="833">
                  <c:v>9.79629542106</c:v>
                </c:pt>
                <c:pt idx="834">
                  <c:v>8.31755566548</c:v>
                </c:pt>
                <c:pt idx="835">
                  <c:v>8.95128067788</c:v>
                </c:pt>
                <c:pt idx="836">
                  <c:v>8.24172822867</c:v>
                </c:pt>
                <c:pt idx="837">
                  <c:v>8.94913423437</c:v>
                </c:pt>
                <c:pt idx="838">
                  <c:v>7.97726621243</c:v>
                </c:pt>
                <c:pt idx="839">
                  <c:v>8.08295044263</c:v>
                </c:pt>
                <c:pt idx="840">
                  <c:v>8.11619583223</c:v>
                </c:pt>
                <c:pt idx="841">
                  <c:v>7.70911725248</c:v>
                </c:pt>
                <c:pt idx="842">
                  <c:v>9.43282150946</c:v>
                </c:pt>
                <c:pt idx="843">
                  <c:v>9.25141432469</c:v>
                </c:pt>
                <c:pt idx="844">
                  <c:v>7.67900975509</c:v>
                </c:pt>
                <c:pt idx="845">
                  <c:v>7.62536390461</c:v>
                </c:pt>
                <c:pt idx="846">
                  <c:v>8.09370528491</c:v>
                </c:pt>
                <c:pt idx="847">
                  <c:v>8.21268023581</c:v>
                </c:pt>
                <c:pt idx="848">
                  <c:v>8.21189175711</c:v>
                </c:pt>
                <c:pt idx="849">
                  <c:v>7.74003882197</c:v>
                </c:pt>
                <c:pt idx="850">
                  <c:v>9.11422555202</c:v>
                </c:pt>
                <c:pt idx="851">
                  <c:v>8.10219694037</c:v>
                </c:pt>
                <c:pt idx="852">
                  <c:v>7.48525281696</c:v>
                </c:pt>
              </c:numCache>
            </c:numRef>
          </c:yVal>
        </c:ser>
        <c:ser>
          <c:idx val="2"/>
          <c:order val="2"/>
          <c:tx>
            <c:v>RJ</c:v>
          </c:tx>
          <c:spPr>
            <a:solidFill xmlns:a="http://schemas.openxmlformats.org/drawingml/2006/main">
              <a:srgbClr val="146D7A"/>
            </a:solidFill>
            <a:ln xmlns:a="http://schemas.openxmlformats.org/drawingml/2006/main" w="9525">
              <a:solidFill>
                <a:srgbClr val="146D7A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146D7A"/>
              </a:solidFill>
            </c:spPr>
          </c:marker>
          <c:xVal>
            <c:numRef>
              <c:f>'Chart Data'!$E$2:$E$93</c:f>
              <c:numCache>
                <c:formatCode>General</c:formatCode>
                <c:ptCount val="92"/>
                <c:pt idx="0">
                  <c:v>5.31606264945</c:v>
                </c:pt>
                <c:pt idx="1">
                  <c:v>4.07558345519</c:v>
                </c:pt>
                <c:pt idx="2">
                  <c:v>5.12805337573</c:v>
                </c:pt>
                <c:pt idx="3">
                  <c:v>4.10274233614</c:v>
                </c:pt>
                <c:pt idx="4">
                  <c:v>4.53752946887</c:v>
                </c:pt>
                <c:pt idx="5">
                  <c:v>4.48562206671</c:v>
                </c:pt>
                <c:pt idx="6">
                  <c:v>5.00330539923</c:v>
                </c:pt>
                <c:pt idx="7">
                  <c:v>5.26677951255</c:v>
                </c:pt>
                <c:pt idx="8">
                  <c:v>5.71021724982</c:v>
                </c:pt>
                <c:pt idx="9">
                  <c:v>4.44116077404</c:v>
                </c:pt>
                <c:pt idx="10">
                  <c:v>4.57057796222</c:v>
                </c:pt>
                <c:pt idx="11">
                  <c:v>5.36244100368</c:v>
                </c:pt>
                <c:pt idx="12">
                  <c:v>4.77307666386</c:v>
                </c:pt>
                <c:pt idx="13">
                  <c:v>4.19072378711</c:v>
                </c:pt>
                <c:pt idx="14">
                  <c:v>4.21974166105</c:v>
                </c:pt>
                <c:pt idx="15">
                  <c:v>3.93328477235</c:v>
                </c:pt>
                <c:pt idx="16">
                  <c:v>5.70856365842</c:v>
                </c:pt>
                <c:pt idx="17">
                  <c:v>4.30466283267</c:v>
                </c:pt>
                <c:pt idx="18">
                  <c:v>4.10792190019</c:v>
                </c:pt>
                <c:pt idx="19">
                  <c:v>4.27943878829</c:v>
                </c:pt>
                <c:pt idx="20">
                  <c:v>4.65360802415</c:v>
                </c:pt>
                <c:pt idx="21">
                  <c:v>4.36917873664</c:v>
                </c:pt>
                <c:pt idx="22">
                  <c:v>4.34323129456</c:v>
                </c:pt>
                <c:pt idx="23">
                  <c:v>4.06175396781</c:v>
                </c:pt>
                <c:pt idx="24">
                  <c:v>5.96596516201</c:v>
                </c:pt>
                <c:pt idx="25">
                  <c:v>4.14832496304</c:v>
                </c:pt>
                <c:pt idx="26">
                  <c:v>4.78808348445</c:v>
                </c:pt>
                <c:pt idx="27">
                  <c:v>4.45995007743</c:v>
                </c:pt>
                <c:pt idx="28">
                  <c:v>5.38478874503</c:v>
                </c:pt>
                <c:pt idx="29">
                  <c:v>5.1297511015</c:v>
                </c:pt>
                <c:pt idx="30">
                  <c:v>4.18466304463</c:v>
                </c:pt>
                <c:pt idx="31">
                  <c:v>4.36589962072</c:v>
                </c:pt>
                <c:pt idx="32">
                  <c:v>5.01619735351</c:v>
                </c:pt>
                <c:pt idx="33">
                  <c:v>4.50601769985</c:v>
                </c:pt>
                <c:pt idx="34">
                  <c:v>5.0234500084</c:v>
                </c:pt>
                <c:pt idx="35">
                  <c:v>3.86486691433</c:v>
                </c:pt>
                <c:pt idx="36">
                  <c:v>5.41747335398</c:v>
                </c:pt>
                <c:pt idx="37">
                  <c:v>3.74996808351</c:v>
                </c:pt>
                <c:pt idx="38">
                  <c:v>5.39169886404</c:v>
                </c:pt>
                <c:pt idx="39">
                  <c:v>4.65533055801</c:v>
                </c:pt>
                <c:pt idx="40">
                  <c:v>5.21617646251</c:v>
                </c:pt>
                <c:pt idx="41">
                  <c:v>4.27063226051</c:v>
                </c:pt>
                <c:pt idx="42">
                  <c:v>5.24691445739</c:v>
                </c:pt>
                <c:pt idx="43">
                  <c:v>4.4079175177</c:v>
                </c:pt>
                <c:pt idx="44">
                  <c:v>4.43383381367</c:v>
                </c:pt>
                <c:pt idx="45">
                  <c:v>4.18500355649</c:v>
                </c:pt>
                <c:pt idx="46">
                  <c:v>5.21136886746</c:v>
                </c:pt>
                <c:pt idx="47">
                  <c:v>5.71207446981</c:v>
                </c:pt>
                <c:pt idx="48">
                  <c:v>5.28139247805</c:v>
                </c:pt>
                <c:pt idx="49">
                  <c:v>5.91555917042</c:v>
                </c:pt>
                <c:pt idx="50">
                  <c:v>4.72167049762</c:v>
                </c:pt>
                <c:pt idx="51">
                  <c:v>4.64853564514</c:v>
                </c:pt>
                <c:pt idx="52">
                  <c:v>4.6402826297</c:v>
                </c:pt>
                <c:pt idx="53">
                  <c:v>4.44494993405</c:v>
                </c:pt>
                <c:pt idx="54">
                  <c:v>5.48668262234</c:v>
                </c:pt>
                <c:pt idx="55">
                  <c:v>4.40421774451</c:v>
                </c:pt>
                <c:pt idx="56">
                  <c:v>4.47048399432</c:v>
                </c:pt>
                <c:pt idx="57">
                  <c:v>4.277838333</c:v>
                </c:pt>
                <c:pt idx="58">
                  <c:v>4.30046504554</c:v>
                </c:pt>
                <c:pt idx="59">
                  <c:v>4.15941678822</c:v>
                </c:pt>
                <c:pt idx="60">
                  <c:v>5.17993938109</c:v>
                </c:pt>
                <c:pt idx="61">
                  <c:v>4.40012335544</c:v>
                </c:pt>
                <c:pt idx="62">
                  <c:v>5.12159923419</c:v>
                </c:pt>
                <c:pt idx="63">
                  <c:v>4.78227908351</c:v>
                </c:pt>
                <c:pt idx="64">
                  <c:v>4.26962967436</c:v>
                </c:pt>
                <c:pt idx="65">
                  <c:v>3.97053282977</c:v>
                </c:pt>
                <c:pt idx="66">
                  <c:v>5.19087212846</c:v>
                </c:pt>
                <c:pt idx="67">
                  <c:v>6.82916316734</c:v>
                </c:pt>
                <c:pt idx="68">
                  <c:v>4.01669913806</c:v>
                </c:pt>
                <c:pt idx="69">
                  <c:v>4.62934842656</c:v>
                </c:pt>
                <c:pt idx="70">
                  <c:v>4.62541535215</c:v>
                </c:pt>
                <c:pt idx="71">
                  <c:v>4.58782317132</c:v>
                </c:pt>
                <c:pt idx="72">
                  <c:v>6.03811802921</c:v>
                </c:pt>
                <c:pt idx="73">
                  <c:v>4.56137571383</c:v>
                </c:pt>
                <c:pt idx="74">
                  <c:v>5.67477482417</c:v>
                </c:pt>
                <c:pt idx="75">
                  <c:v>3.85769425779</c:v>
                </c:pt>
                <c:pt idx="76">
                  <c:v>4.34076129176</c:v>
                </c:pt>
                <c:pt idx="77">
                  <c:v>5.02550657765</c:v>
                </c:pt>
                <c:pt idx="78">
                  <c:v>3.97252681787</c:v>
                </c:pt>
                <c:pt idx="79">
                  <c:v>4.26123907118</c:v>
                </c:pt>
                <c:pt idx="80">
                  <c:v>4.9570466999</c:v>
                </c:pt>
                <c:pt idx="81">
                  <c:v>4.91955921244</c:v>
                </c:pt>
                <c:pt idx="82">
                  <c:v>4.33793821858</c:v>
                </c:pt>
                <c:pt idx="83">
                  <c:v>4.19498584343</c:v>
                </c:pt>
                <c:pt idx="84">
                  <c:v>4.53920159929</c:v>
                </c:pt>
                <c:pt idx="85">
                  <c:v>5.26538392496</c:v>
                </c:pt>
                <c:pt idx="86">
                  <c:v>4.02694162796</c:v>
                </c:pt>
                <c:pt idx="87">
                  <c:v>4.91456527288</c:v>
                </c:pt>
                <c:pt idx="88">
                  <c:v>4.88575123131</c:v>
                </c:pt>
                <c:pt idx="89">
                  <c:v>4.04555766914</c:v>
                </c:pt>
                <c:pt idx="90">
                  <c:v>4.56917486115</c:v>
                </c:pt>
                <c:pt idx="91">
                  <c:v>5.43773154221</c:v>
                </c:pt>
              </c:numCache>
            </c:numRef>
          </c:xVal>
          <c:yVal>
            <c:numRef>
              <c:f>'Chart Data'!$F$2:$F$93</c:f>
              <c:numCache>
                <c:formatCode>0</c:formatCode>
                <c:ptCount val="92"/>
                <c:pt idx="0">
                  <c:v>10.0305266183</c:v>
                </c:pt>
                <c:pt idx="1">
                  <c:v>8.34869808178</c:v>
                </c:pt>
                <c:pt idx="2">
                  <c:v>9.54761276825</c:v>
                </c:pt>
                <c:pt idx="3">
                  <c:v>8.59062229235</c:v>
                </c:pt>
                <c:pt idx="4">
                  <c:v>9.31890646712</c:v>
                </c:pt>
                <c:pt idx="5">
                  <c:v>9.26312242178</c:v>
                </c:pt>
                <c:pt idx="6">
                  <c:v>9.39248168678</c:v>
                </c:pt>
                <c:pt idx="7">
                  <c:v>9.77115892728</c:v>
                </c:pt>
                <c:pt idx="8">
                  <c:v>9.94268200157</c:v>
                </c:pt>
                <c:pt idx="9">
                  <c:v>8.93807018794</c:v>
                </c:pt>
                <c:pt idx="10">
                  <c:v>8.93930005331</c:v>
                </c:pt>
                <c:pt idx="11">
                  <c:v>9.9702222428</c:v>
                </c:pt>
                <c:pt idx="12">
                  <c:v>9.08471137076</c:v>
                </c:pt>
                <c:pt idx="13">
                  <c:v>8.60752364704</c:v>
                </c:pt>
                <c:pt idx="14">
                  <c:v>8.64268606273</c:v>
                </c:pt>
                <c:pt idx="15">
                  <c:v>8.68785611943</c:v>
                </c:pt>
                <c:pt idx="16">
                  <c:v>10.3773397145</c:v>
                </c:pt>
                <c:pt idx="17">
                  <c:v>8.87972076788</c:v>
                </c:pt>
                <c:pt idx="18">
                  <c:v>8.54846926692</c:v>
                </c:pt>
                <c:pt idx="19">
                  <c:v>8.76455569384</c:v>
                </c:pt>
                <c:pt idx="20">
                  <c:v>9.19933301557</c:v>
                </c:pt>
                <c:pt idx="21">
                  <c:v>8.62392502298</c:v>
                </c:pt>
                <c:pt idx="22">
                  <c:v>8.6174344186</c:v>
                </c:pt>
                <c:pt idx="23">
                  <c:v>8.37861408581</c:v>
                </c:pt>
                <c:pt idx="24">
                  <c:v>10.6735155274</c:v>
                </c:pt>
                <c:pt idx="25">
                  <c:v>8.43562780155</c:v>
                </c:pt>
                <c:pt idx="26">
                  <c:v>9.07007852206</c:v>
                </c:pt>
                <c:pt idx="27">
                  <c:v>8.75276348393</c:v>
                </c:pt>
                <c:pt idx="28">
                  <c:v>9.73383371026</c:v>
                </c:pt>
                <c:pt idx="29">
                  <c:v>9.94628165793</c:v>
                </c:pt>
                <c:pt idx="30">
                  <c:v>8.59164216854</c:v>
                </c:pt>
                <c:pt idx="31">
                  <c:v>8.80088952492</c:v>
                </c:pt>
                <c:pt idx="32">
                  <c:v>9.52074861383</c:v>
                </c:pt>
                <c:pt idx="33">
                  <c:v>9.66169884572</c:v>
                </c:pt>
                <c:pt idx="34">
                  <c:v>9.16417374675</c:v>
                </c:pt>
                <c:pt idx="35">
                  <c:v>8.22143249609</c:v>
                </c:pt>
                <c:pt idx="36">
                  <c:v>10.1855096595</c:v>
                </c:pt>
                <c:pt idx="37">
                  <c:v>8.29844040978</c:v>
                </c:pt>
                <c:pt idx="38">
                  <c:v>9.64764415295</c:v>
                </c:pt>
                <c:pt idx="39">
                  <c:v>9.42326963657</c:v>
                </c:pt>
                <c:pt idx="40">
                  <c:v>10.5516735167</c:v>
                </c:pt>
                <c:pt idx="41">
                  <c:v>8.56375154527</c:v>
                </c:pt>
                <c:pt idx="42">
                  <c:v>9.40325576654</c:v>
                </c:pt>
                <c:pt idx="43">
                  <c:v>8.77509248061</c:v>
                </c:pt>
                <c:pt idx="44">
                  <c:v>8.80326040946</c:v>
                </c:pt>
                <c:pt idx="45">
                  <c:v>8.50848258368</c:v>
                </c:pt>
                <c:pt idx="46">
                  <c:v>9.47492411157</c:v>
                </c:pt>
                <c:pt idx="47">
                  <c:v>10.6122485503</c:v>
                </c:pt>
                <c:pt idx="48">
                  <c:v>9.75446920262</c:v>
                </c:pt>
                <c:pt idx="49">
                  <c:v>10.235603432</c:v>
                </c:pt>
                <c:pt idx="50">
                  <c:v>9.00073724022</c:v>
                </c:pt>
                <c:pt idx="51">
                  <c:v>9.11369372829</c:v>
                </c:pt>
                <c:pt idx="52">
                  <c:v>9.23860931645</c:v>
                </c:pt>
                <c:pt idx="53">
                  <c:v>8.80612907712</c:v>
                </c:pt>
                <c:pt idx="54">
                  <c:v>10.1872650323</c:v>
                </c:pt>
                <c:pt idx="55">
                  <c:v>8.89054843787</c:v>
                </c:pt>
                <c:pt idx="56">
                  <c:v>9.41713691664</c:v>
                </c:pt>
                <c:pt idx="57">
                  <c:v>8.61840584983</c:v>
                </c:pt>
                <c:pt idx="58">
                  <c:v>9.38617513048</c:v>
                </c:pt>
                <c:pt idx="59">
                  <c:v>8.48983196746</c:v>
                </c:pt>
                <c:pt idx="60">
                  <c:v>9.58555930881</c:v>
                </c:pt>
                <c:pt idx="61">
                  <c:v>9.48399900405</c:v>
                </c:pt>
                <c:pt idx="62">
                  <c:v>9.90957656682</c:v>
                </c:pt>
                <c:pt idx="63">
                  <c:v>9.2380187392</c:v>
                </c:pt>
                <c:pt idx="64">
                  <c:v>8.67188712779</c:v>
                </c:pt>
                <c:pt idx="65">
                  <c:v>8.44060056048</c:v>
                </c:pt>
                <c:pt idx="66">
                  <c:v>9.80221897885</c:v>
                </c:pt>
                <c:pt idx="67">
                  <c:v>11.520195089</c:v>
                </c:pt>
                <c:pt idx="68">
                  <c:v>8.32699704189</c:v>
                </c:pt>
                <c:pt idx="69">
                  <c:v>9.07076650015</c:v>
                </c:pt>
                <c:pt idx="70">
                  <c:v>9.09546227059</c:v>
                </c:pt>
                <c:pt idx="71">
                  <c:v>8.90460033109</c:v>
                </c:pt>
                <c:pt idx="72">
                  <c:v>10.2788194944</c:v>
                </c:pt>
                <c:pt idx="73">
                  <c:v>9.81042528582</c:v>
                </c:pt>
                <c:pt idx="74">
                  <c:v>9.95906363145</c:v>
                </c:pt>
                <c:pt idx="75">
                  <c:v>8.22756279033</c:v>
                </c:pt>
                <c:pt idx="76">
                  <c:v>8.84956251697</c:v>
                </c:pt>
                <c:pt idx="77">
                  <c:v>9.41352741557</c:v>
                </c:pt>
                <c:pt idx="78">
                  <c:v>8.3631417097</c:v>
                </c:pt>
                <c:pt idx="79">
                  <c:v>8.92211951377</c:v>
                </c:pt>
                <c:pt idx="80">
                  <c:v>10.1806099842</c:v>
                </c:pt>
                <c:pt idx="81">
                  <c:v>9.66576451904</c:v>
                </c:pt>
                <c:pt idx="82">
                  <c:v>8.7481624339</c:v>
                </c:pt>
                <c:pt idx="83">
                  <c:v>8.78617623991</c:v>
                </c:pt>
                <c:pt idx="84">
                  <c:v>8.79302096039</c:v>
                </c:pt>
                <c:pt idx="85">
                  <c:v>9.7609427972</c:v>
                </c:pt>
                <c:pt idx="86">
                  <c:v>8.36314359179</c:v>
                </c:pt>
                <c:pt idx="87">
                  <c:v>9.72817012186</c:v>
                </c:pt>
                <c:pt idx="88">
                  <c:v>9.3521371561</c:v>
                </c:pt>
                <c:pt idx="89">
                  <c:v>8.39401366316</c:v>
                </c:pt>
                <c:pt idx="90">
                  <c:v>9.10802080008</c:v>
                </c:pt>
                <c:pt idx="91">
                  <c:v>10.0655952863</c:v>
                </c:pt>
              </c:numCache>
            </c:numRef>
          </c:yVal>
        </c:ser>
        <c:ser>
          <c:idx val="3"/>
          <c:order val="3"/>
          <c:tx>
            <c:v>SP</c:v>
          </c:tx>
          <c:spPr>
            <a:solidFill xmlns:a="http://schemas.openxmlformats.org/drawingml/2006/main">
              <a:srgbClr val="873D5F"/>
            </a:solidFill>
            <a:ln xmlns:a="http://schemas.openxmlformats.org/drawingml/2006/main" w="9525">
              <a:solidFill>
                <a:srgbClr val="873D5F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873D5F"/>
              </a:solidFill>
            </c:spPr>
          </c:marker>
          <c:xVal>
            <c:numRef>
              <c:f>'Chart Data'!$G$2:$G$646</c:f>
              <c:numCache>
                <c:formatCode>General</c:formatCode>
                <c:ptCount val="645"/>
                <c:pt idx="0">
                  <c:v>4.54544319883</c:v>
                </c:pt>
                <c:pt idx="1">
                  <c:v>3.55071742347</c:v>
                </c:pt>
                <c:pt idx="2">
                  <c:v>4.56405027877</c:v>
                </c:pt>
                <c:pt idx="3">
                  <c:v>3.91492464821</c:v>
                </c:pt>
                <c:pt idx="4">
                  <c:v>4.27434261612</c:v>
                </c:pt>
                <c:pt idx="5">
                  <c:v>3.78597012513</c:v>
                </c:pt>
                <c:pt idx="6">
                  <c:v>3.54666602507</c:v>
                </c:pt>
                <c:pt idx="7">
                  <c:v>4.5728832142</c:v>
                </c:pt>
                <c:pt idx="8">
                  <c:v>3.78738962135</c:v>
                </c:pt>
                <c:pt idx="9">
                  <c:v>3.62159167586</c:v>
                </c:pt>
                <c:pt idx="10">
                  <c:v>3.621799224</c:v>
                </c:pt>
                <c:pt idx="11">
                  <c:v>4.209595432</c:v>
                </c:pt>
                <c:pt idx="12">
                  <c:v>3.61151088713</c:v>
                </c:pt>
                <c:pt idx="13">
                  <c:v>4.273394854</c:v>
                </c:pt>
                <c:pt idx="14">
                  <c:v>3.56193576331</c:v>
                </c:pt>
                <c:pt idx="15">
                  <c:v>4.39790526372</c:v>
                </c:pt>
                <c:pt idx="16">
                  <c:v>3.72214012546</c:v>
                </c:pt>
                <c:pt idx="17">
                  <c:v>3.5101426994</c:v>
                </c:pt>
                <c:pt idx="18">
                  <c:v>5.38384766767</c:v>
                </c:pt>
                <c:pt idx="19">
                  <c:v>4.61312268606</c:v>
                </c:pt>
                <c:pt idx="20">
                  <c:v>3.77677380241</c:v>
                </c:pt>
                <c:pt idx="21">
                  <c:v>4.86139699197</c:v>
                </c:pt>
                <c:pt idx="22">
                  <c:v>3.70380706527</c:v>
                </c:pt>
                <c:pt idx="23">
                  <c:v>4.75741121365</c:v>
                </c:pt>
                <c:pt idx="24">
                  <c:v>4.4061823788</c:v>
                </c:pt>
                <c:pt idx="25">
                  <c:v>3.83372069044</c:v>
                </c:pt>
                <c:pt idx="26">
                  <c:v>3.61741974674</c:v>
                </c:pt>
                <c:pt idx="27">
                  <c:v>4.55852857696</c:v>
                </c:pt>
                <c:pt idx="28">
                  <c:v>3.618884485</c:v>
                </c:pt>
                <c:pt idx="29">
                  <c:v>4.38428171289</c:v>
                </c:pt>
                <c:pt idx="30">
                  <c:v>4.35907622606</c:v>
                </c:pt>
                <c:pt idx="31">
                  <c:v>5.29694804756</c:v>
                </c:pt>
                <c:pt idx="32">
                  <c:v>4.54127962718</c:v>
                </c:pt>
                <c:pt idx="33">
                  <c:v>3.75243260926</c:v>
                </c:pt>
                <c:pt idx="34">
                  <c:v>3.80379840799</c:v>
                </c:pt>
                <c:pt idx="35">
                  <c:v>3.3909351071</c:v>
                </c:pt>
                <c:pt idx="36">
                  <c:v>5.37719511284</c:v>
                </c:pt>
                <c:pt idx="37">
                  <c:v>5.13195852554</c:v>
                </c:pt>
                <c:pt idx="38">
                  <c:v>3.2487087356</c:v>
                </c:pt>
                <c:pt idx="39">
                  <c:v>3.93515444722</c:v>
                </c:pt>
                <c:pt idx="40">
                  <c:v>3.59061894821</c:v>
                </c:pt>
                <c:pt idx="41">
                  <c:v>4.04758635707</c:v>
                </c:pt>
                <c:pt idx="42">
                  <c:v>3.98949431277</c:v>
                </c:pt>
                <c:pt idx="43">
                  <c:v>4.7430391548</c:v>
                </c:pt>
                <c:pt idx="44">
                  <c:v>4.959790024</c:v>
                </c:pt>
                <c:pt idx="45">
                  <c:v>3.25959387889</c:v>
                </c:pt>
                <c:pt idx="46">
                  <c:v>5.02154899407</c:v>
                </c:pt>
                <c:pt idx="47">
                  <c:v>5.15862781322</c:v>
                </c:pt>
                <c:pt idx="48">
                  <c:v>4.18335527026</c:v>
                </c:pt>
                <c:pt idx="49">
                  <c:v>3.73527944806</c:v>
                </c:pt>
                <c:pt idx="50">
                  <c:v>4.14173189477</c:v>
                </c:pt>
                <c:pt idx="51">
                  <c:v>4.96014719563</c:v>
                </c:pt>
                <c:pt idx="52">
                  <c:v>4.24946741427</c:v>
                </c:pt>
                <c:pt idx="53">
                  <c:v>3.77334754198</c:v>
                </c:pt>
                <c:pt idx="54">
                  <c:v>3.96089867733</c:v>
                </c:pt>
                <c:pt idx="55">
                  <c:v>4.04111622797</c:v>
                </c:pt>
                <c:pt idx="56">
                  <c:v>3.54381980514</c:v>
                </c:pt>
                <c:pt idx="57">
                  <c:v>3.87320430928</c:v>
                </c:pt>
                <c:pt idx="58">
                  <c:v>4.5509373256</c:v>
                </c:pt>
                <c:pt idx="59">
                  <c:v>4.55781987759</c:v>
                </c:pt>
                <c:pt idx="60">
                  <c:v>3.76042248342</c:v>
                </c:pt>
                <c:pt idx="61">
                  <c:v>3.8826383617</c:v>
                </c:pt>
                <c:pt idx="62">
                  <c:v>5.08931505893</c:v>
                </c:pt>
                <c:pt idx="63">
                  <c:v>4.52087638169</c:v>
                </c:pt>
                <c:pt idx="64">
                  <c:v>5.44245154685</c:v>
                </c:pt>
                <c:pt idx="65">
                  <c:v>4.32124621299</c:v>
                </c:pt>
                <c:pt idx="66">
                  <c:v>4.7992026563</c:v>
                </c:pt>
                <c:pt idx="67">
                  <c:v>5.57897940772</c:v>
                </c:pt>
                <c:pt idx="68">
                  <c:v>4.88960980218</c:v>
                </c:pt>
                <c:pt idx="69">
                  <c:v>3.47784447634</c:v>
                </c:pt>
                <c:pt idx="70">
                  <c:v>4.04758635707</c:v>
                </c:pt>
                <c:pt idx="71">
                  <c:v>4.81105863922</c:v>
                </c:pt>
                <c:pt idx="72">
                  <c:v>3.90939554597</c:v>
                </c:pt>
                <c:pt idx="73">
                  <c:v>5.09650332301</c:v>
                </c:pt>
                <c:pt idx="74">
                  <c:v>4.51767085399</c:v>
                </c:pt>
                <c:pt idx="75">
                  <c:v>4.17661209999</c:v>
                </c:pt>
                <c:pt idx="76">
                  <c:v>4.09523911201</c:v>
                </c:pt>
                <c:pt idx="77">
                  <c:v>4.07631268798</c:v>
                </c:pt>
                <c:pt idx="78">
                  <c:v>4.79358086737</c:v>
                </c:pt>
                <c:pt idx="79">
                  <c:v>4.41472272116</c:v>
                </c:pt>
                <c:pt idx="80">
                  <c:v>3.60031932975</c:v>
                </c:pt>
                <c:pt idx="81">
                  <c:v>2.92324401863</c:v>
                </c:pt>
                <c:pt idx="82">
                  <c:v>3.68735056956</c:v>
                </c:pt>
                <c:pt idx="83">
                  <c:v>4.20854884177</c:v>
                </c:pt>
                <c:pt idx="84">
                  <c:v>3.42862067267</c:v>
                </c:pt>
                <c:pt idx="85">
                  <c:v>5.17064302284</c:v>
                </c:pt>
                <c:pt idx="86">
                  <c:v>5.23180843219</c:v>
                </c:pt>
                <c:pt idx="87">
                  <c:v>3.75898754687</c:v>
                </c:pt>
                <c:pt idx="88">
                  <c:v>3.46074754184</c:v>
                </c:pt>
                <c:pt idx="89">
                  <c:v>4.40272552844</c:v>
                </c:pt>
                <c:pt idx="90">
                  <c:v>4.39157019542</c:v>
                </c:pt>
                <c:pt idx="91">
                  <c:v>4.30026931453</c:v>
                </c:pt>
                <c:pt idx="92">
                  <c:v>4.2375688702</c:v>
                </c:pt>
                <c:pt idx="93">
                  <c:v>3.65456155474</c:v>
                </c:pt>
                <c:pt idx="94">
                  <c:v>3.62767303177</c:v>
                </c:pt>
                <c:pt idx="95">
                  <c:v>4.70268035625</c:v>
                </c:pt>
                <c:pt idx="96">
                  <c:v>4.97780588487</c:v>
                </c:pt>
                <c:pt idx="97">
                  <c:v>4.52609362474</c:v>
                </c:pt>
                <c:pt idx="98">
                  <c:v>4.27895927068</c:v>
                </c:pt>
                <c:pt idx="99">
                  <c:v>4.25146787548</c:v>
                </c:pt>
                <c:pt idx="100">
                  <c:v>3.6225248624</c:v>
                </c:pt>
                <c:pt idx="101">
                  <c:v>5.01188748545</c:v>
                </c:pt>
                <c:pt idx="102">
                  <c:v>3.77422490487</c:v>
                </c:pt>
                <c:pt idx="103">
                  <c:v>4.89172696718</c:v>
                </c:pt>
                <c:pt idx="104">
                  <c:v>4.45475341997</c:v>
                </c:pt>
                <c:pt idx="105">
                  <c:v>4.02514194963</c:v>
                </c:pt>
                <c:pt idx="106">
                  <c:v>4.42148875776</c:v>
                </c:pt>
                <c:pt idx="107">
                  <c:v>3.78225757366</c:v>
                </c:pt>
                <c:pt idx="108">
                  <c:v>6.08414427077</c:v>
                </c:pt>
                <c:pt idx="109">
                  <c:v>4.93217432298</c:v>
                </c:pt>
                <c:pt idx="110">
                  <c:v>4.71937272532</c:v>
                </c:pt>
                <c:pt idx="111">
                  <c:v>3.69870934944</c:v>
                </c:pt>
                <c:pt idx="112">
                  <c:v>4.09833216785</c:v>
                </c:pt>
                <c:pt idx="113">
                  <c:v>3.71633728789</c:v>
                </c:pt>
                <c:pt idx="114">
                  <c:v>4.49618212926</c:v>
                </c:pt>
                <c:pt idx="115">
                  <c:v>3.44700289847</c:v>
                </c:pt>
                <c:pt idx="116">
                  <c:v>3.72361983552</c:v>
                </c:pt>
                <c:pt idx="117">
                  <c:v>4.67318684784</c:v>
                </c:pt>
                <c:pt idx="118">
                  <c:v>4.32190897355</c:v>
                </c:pt>
                <c:pt idx="119">
                  <c:v>4.75111736848</c:v>
                </c:pt>
                <c:pt idx="120">
                  <c:v>5.09127644453</c:v>
                </c:pt>
                <c:pt idx="121">
                  <c:v>5.60550221202</c:v>
                </c:pt>
                <c:pt idx="122">
                  <c:v>4.09163179063</c:v>
                </c:pt>
                <c:pt idx="123">
                  <c:v>4.48458452928</c:v>
                </c:pt>
                <c:pt idx="124">
                  <c:v>3.3988077302</c:v>
                </c:pt>
                <c:pt idx="125">
                  <c:v>4.32770623107</c:v>
                </c:pt>
                <c:pt idx="126">
                  <c:v>5.08812545279</c:v>
                </c:pt>
                <c:pt idx="127">
                  <c:v>3.89514618938</c:v>
                </c:pt>
                <c:pt idx="128">
                  <c:v>3.97062577669</c:v>
                </c:pt>
                <c:pt idx="129">
                  <c:v>4.30515782879</c:v>
                </c:pt>
                <c:pt idx="130">
                  <c:v>4.69724678395</c:v>
                </c:pt>
                <c:pt idx="131">
                  <c:v>4.26422734776</c:v>
                </c:pt>
                <c:pt idx="132">
                  <c:v>4.23972480429</c:v>
                </c:pt>
                <c:pt idx="133">
                  <c:v>3.94235534971</c:v>
                </c:pt>
                <c:pt idx="134">
                  <c:v>4.26799259037</c:v>
                </c:pt>
                <c:pt idx="135">
                  <c:v>3.79351100579</c:v>
                </c:pt>
                <c:pt idx="136">
                  <c:v>4.45137189318</c:v>
                </c:pt>
                <c:pt idx="137">
                  <c:v>4.25573068528</c:v>
                </c:pt>
                <c:pt idx="138">
                  <c:v>4.39490675105</c:v>
                </c:pt>
                <c:pt idx="139">
                  <c:v>3.78738962135</c:v>
                </c:pt>
                <c:pt idx="140">
                  <c:v>3.66604973848</c:v>
                </c:pt>
                <c:pt idx="141">
                  <c:v>3.60895369928</c:v>
                </c:pt>
                <c:pt idx="142">
                  <c:v>4.86613368393</c:v>
                </c:pt>
                <c:pt idx="143">
                  <c:v>3.86320385903</c:v>
                </c:pt>
                <c:pt idx="144">
                  <c:v>5.40416294913</c:v>
                </c:pt>
                <c:pt idx="145">
                  <c:v>4.55119373744</c:v>
                </c:pt>
                <c:pt idx="146">
                  <c:v>3.94041686468</c:v>
                </c:pt>
                <c:pt idx="147">
                  <c:v>3.31090562938</c:v>
                </c:pt>
                <c:pt idx="148">
                  <c:v>4.91682754428</c:v>
                </c:pt>
                <c:pt idx="149">
                  <c:v>5.11934168366</c:v>
                </c:pt>
                <c:pt idx="150">
                  <c:v>4.33160947976</c:v>
                </c:pt>
                <c:pt idx="151">
                  <c:v>4.53032778978</c:v>
                </c:pt>
                <c:pt idx="152">
                  <c:v>5.63018065348</c:v>
                </c:pt>
                <c:pt idx="153">
                  <c:v>3.25503116335</c:v>
                </c:pt>
                <c:pt idx="154">
                  <c:v>4.04477487426</c:v>
                </c:pt>
                <c:pt idx="155">
                  <c:v>3.95472479098</c:v>
                </c:pt>
                <c:pt idx="156">
                  <c:v>4.43952216281</c:v>
                </c:pt>
                <c:pt idx="157">
                  <c:v>3.32469391386</c:v>
                </c:pt>
                <c:pt idx="158">
                  <c:v>3.94831514069</c:v>
                </c:pt>
                <c:pt idx="159">
                  <c:v>4.67249500954</c:v>
                </c:pt>
                <c:pt idx="160">
                  <c:v>4.09457593365</c:v>
                </c:pt>
                <c:pt idx="161">
                  <c:v>4.00099773036</c:v>
                </c:pt>
                <c:pt idx="162">
                  <c:v>3.78275919262</c:v>
                </c:pt>
                <c:pt idx="163">
                  <c:v>4.19156278759</c:v>
                </c:pt>
                <c:pt idx="164">
                  <c:v>4.25372559525</c:v>
                </c:pt>
                <c:pt idx="165">
                  <c:v>3.56784945057</c:v>
                </c:pt>
                <c:pt idx="166">
                  <c:v>3.38898878512</c:v>
                </c:pt>
                <c:pt idx="167">
                  <c:v>5.44175010615</c:v>
                </c:pt>
                <c:pt idx="168">
                  <c:v>4.84448338878</c:v>
                </c:pt>
                <c:pt idx="169">
                  <c:v>3.5087989654</c:v>
                </c:pt>
                <c:pt idx="170">
                  <c:v>4.32733849652</c:v>
                </c:pt>
                <c:pt idx="171">
                  <c:v>4.64807689535</c:v>
                </c:pt>
                <c:pt idx="172">
                  <c:v>3.68824179598</c:v>
                </c:pt>
                <c:pt idx="173">
                  <c:v>3.92526050952</c:v>
                </c:pt>
                <c:pt idx="174">
                  <c:v>3.44247976906</c:v>
                </c:pt>
                <c:pt idx="175">
                  <c:v>3.96964884048</c:v>
                </c:pt>
                <c:pt idx="176">
                  <c:v>4.20601587676</c:v>
                </c:pt>
                <c:pt idx="177">
                  <c:v>4.84137198597</c:v>
                </c:pt>
                <c:pt idx="178">
                  <c:v>3.76297849087</c:v>
                </c:pt>
                <c:pt idx="179">
                  <c:v>3.23729233757</c:v>
                </c:pt>
                <c:pt idx="180">
                  <c:v>5.29336255471</c:v>
                </c:pt>
                <c:pt idx="181">
                  <c:v>3.15533603747</c:v>
                </c:pt>
                <c:pt idx="182">
                  <c:v>3.4623979979</c:v>
                </c:pt>
                <c:pt idx="183">
                  <c:v>4.169968174</c:v>
                </c:pt>
                <c:pt idx="184">
                  <c:v>3.42373724998</c:v>
                </c:pt>
                <c:pt idx="185">
                  <c:v>5.55132920827</c:v>
                </c:pt>
                <c:pt idx="186">
                  <c:v>5.24952365056</c:v>
                </c:pt>
                <c:pt idx="187">
                  <c:v>5.19449214096</c:v>
                </c:pt>
                <c:pt idx="188">
                  <c:v>3.44341946178</c:v>
                </c:pt>
                <c:pt idx="189">
                  <c:v>3.8117090267</c:v>
                </c:pt>
                <c:pt idx="190">
                  <c:v>4.64747099386</c:v>
                </c:pt>
                <c:pt idx="191">
                  <c:v>3.68663626926</c:v>
                </c:pt>
                <c:pt idx="192">
                  <c:v>3.68259629146</c:v>
                </c:pt>
                <c:pt idx="193">
                  <c:v>4.03590979846</c:v>
                </c:pt>
                <c:pt idx="194">
                  <c:v>4.05869168282</c:v>
                </c:pt>
                <c:pt idx="195">
                  <c:v>3.6838572054</c:v>
                </c:pt>
                <c:pt idx="196">
                  <c:v>4.08969320878</c:v>
                </c:pt>
                <c:pt idx="197">
                  <c:v>3.76230336329</c:v>
                </c:pt>
                <c:pt idx="198">
                  <c:v>4.6132073521</c:v>
                </c:pt>
                <c:pt idx="199">
                  <c:v>4.33795816368</c:v>
                </c:pt>
                <c:pt idx="200">
                  <c:v>4.23108712058</c:v>
                </c:pt>
                <c:pt idx="201">
                  <c:v>4.32854268811</c:v>
                </c:pt>
                <c:pt idx="202">
                  <c:v>3.91855453055</c:v>
                </c:pt>
                <c:pt idx="203">
                  <c:v>4.05257852504</c:v>
                </c:pt>
                <c:pt idx="204">
                  <c:v>3.30059548389</c:v>
                </c:pt>
                <c:pt idx="205">
                  <c:v>3.82445127004</c:v>
                </c:pt>
                <c:pt idx="206">
                  <c:v>4.51982799378</c:v>
                </c:pt>
                <c:pt idx="207">
                  <c:v>4.4790856072</c:v>
                </c:pt>
                <c:pt idx="208">
                  <c:v>5.08815381464</c:v>
                </c:pt>
                <c:pt idx="209">
                  <c:v>4.27616298032</c:v>
                </c:pt>
                <c:pt idx="210">
                  <c:v>4.60731559767</c:v>
                </c:pt>
                <c:pt idx="211">
                  <c:v>5.50886625094</c:v>
                </c:pt>
                <c:pt idx="212">
                  <c:v>6.14367698481</c:v>
                </c:pt>
                <c:pt idx="213">
                  <c:v>3.88699804567</c:v>
                </c:pt>
                <c:pt idx="214">
                  <c:v>3.72484908763</c:v>
                </c:pt>
                <c:pt idx="215">
                  <c:v>3.98172802536</c:v>
                </c:pt>
                <c:pt idx="216">
                  <c:v>4.18389591539</c:v>
                </c:pt>
                <c:pt idx="217">
                  <c:v>5.36969628505</c:v>
                </c:pt>
                <c:pt idx="218">
                  <c:v>4.07401144601</c:v>
                </c:pt>
                <c:pt idx="219">
                  <c:v>3.79899573444</c:v>
                </c:pt>
                <c:pt idx="220">
                  <c:v>3.97850006931</c:v>
                </c:pt>
                <c:pt idx="221">
                  <c:v>4.54988567577</c:v>
                </c:pt>
                <c:pt idx="222">
                  <c:v>4.09753494722</c:v>
                </c:pt>
                <c:pt idx="223">
                  <c:v>3.89437145386</c:v>
                </c:pt>
                <c:pt idx="224">
                  <c:v>4.78247262417</c:v>
                </c:pt>
                <c:pt idx="225">
                  <c:v>4.90025239421</c:v>
                </c:pt>
                <c:pt idx="226">
                  <c:v>3.9192873405</c:v>
                </c:pt>
                <c:pt idx="227">
                  <c:v>3.91349595962</c:v>
                </c:pt>
                <c:pt idx="228">
                  <c:v>4.39355765566</c:v>
                </c:pt>
                <c:pt idx="229">
                  <c:v>4.48592007786</c:v>
                </c:pt>
                <c:pt idx="230">
                  <c:v>3.98150148815</c:v>
                </c:pt>
                <c:pt idx="231">
                  <c:v>4.49120756199</c:v>
                </c:pt>
                <c:pt idx="232">
                  <c:v>4.55134019054</c:v>
                </c:pt>
                <c:pt idx="233">
                  <c:v>4.05545478494</c:v>
                </c:pt>
                <c:pt idx="234">
                  <c:v>4.42794029026</c:v>
                </c:pt>
                <c:pt idx="235">
                  <c:v>5.40861811184</c:v>
                </c:pt>
                <c:pt idx="236">
                  <c:v>3.68833081811</c:v>
                </c:pt>
                <c:pt idx="237">
                  <c:v>3.58950279626</c:v>
                </c:pt>
                <c:pt idx="238">
                  <c:v>3.60411800619</c:v>
                </c:pt>
                <c:pt idx="239">
                  <c:v>4.17808443288</c:v>
                </c:pt>
                <c:pt idx="240">
                  <c:v>4.57937196472</c:v>
                </c:pt>
                <c:pt idx="241">
                  <c:v>3.88575688107</c:v>
                </c:pt>
                <c:pt idx="242">
                  <c:v>3.73846343946</c:v>
                </c:pt>
                <c:pt idx="243">
                  <c:v>3.62314587464</c:v>
                </c:pt>
                <c:pt idx="244">
                  <c:v>4.22021272471</c:v>
                </c:pt>
                <c:pt idx="245">
                  <c:v>4.39118219626</c:v>
                </c:pt>
                <c:pt idx="246">
                  <c:v>3.90568796771</c:v>
                </c:pt>
                <c:pt idx="247">
                  <c:v>3.92038424218</c:v>
                </c:pt>
                <c:pt idx="248">
                  <c:v>4.2425414283</c:v>
                </c:pt>
                <c:pt idx="249">
                  <c:v>4.43746516612</c:v>
                </c:pt>
                <c:pt idx="250">
                  <c:v>4.18460626669</c:v>
                </c:pt>
                <c:pt idx="251">
                  <c:v>3.58961454063</c:v>
                </c:pt>
                <c:pt idx="252">
                  <c:v>5.01326708993</c:v>
                </c:pt>
                <c:pt idx="253">
                  <c:v>3.52244423351</c:v>
                </c:pt>
                <c:pt idx="254">
                  <c:v>5.2495945468</c:v>
                </c:pt>
                <c:pt idx="255">
                  <c:v>5.21886622028</c:v>
                </c:pt>
                <c:pt idx="256">
                  <c:v>4.97682666161</c:v>
                </c:pt>
                <c:pt idx="257">
                  <c:v>5.38194675687</c:v>
                </c:pt>
                <c:pt idx="258">
                  <c:v>4.87641415276</c:v>
                </c:pt>
                <c:pt idx="259">
                  <c:v>3.63022441075</c:v>
                </c:pt>
                <c:pt idx="260">
                  <c:v>4.63679871187</c:v>
                </c:pt>
                <c:pt idx="261">
                  <c:v>4.18107145782</c:v>
                </c:pt>
                <c:pt idx="262">
                  <c:v>4.15066435353</c:v>
                </c:pt>
                <c:pt idx="263">
                  <c:v>3.69469292633</c:v>
                </c:pt>
                <c:pt idx="264">
                  <c:v>5.57404400685</c:v>
                </c:pt>
                <c:pt idx="265">
                  <c:v>4.7045108489</c:v>
                </c:pt>
                <c:pt idx="266">
                  <c:v>4.24546331336</c:v>
                </c:pt>
                <c:pt idx="267">
                  <c:v>5.08842315995</c:v>
                </c:pt>
                <c:pt idx="268">
                  <c:v>4.32058243947</c:v>
                </c:pt>
                <c:pt idx="269">
                  <c:v>4.26451087607</c:v>
                </c:pt>
                <c:pt idx="270">
                  <c:v>3.8157769203</c:v>
                </c:pt>
                <c:pt idx="271">
                  <c:v>3.89498029093</c:v>
                </c:pt>
                <c:pt idx="272">
                  <c:v>5.24444536186</c:v>
                </c:pt>
                <c:pt idx="273">
                  <c:v>4.79804953616</c:v>
                </c:pt>
                <c:pt idx="274">
                  <c:v>4.62371435682</c:v>
                </c:pt>
                <c:pt idx="275">
                  <c:v>3.84173477897</c:v>
                </c:pt>
                <c:pt idx="276">
                  <c:v>4.89015264587</c:v>
                </c:pt>
                <c:pt idx="277">
                  <c:v>5.37183597625</c:v>
                </c:pt>
                <c:pt idx="278">
                  <c:v>3.85709115467</c:v>
                </c:pt>
                <c:pt idx="279">
                  <c:v>4.25258606407</c:v>
                </c:pt>
                <c:pt idx="280">
                  <c:v>4.7688008387</c:v>
                </c:pt>
                <c:pt idx="281">
                  <c:v>4.6919739298</c:v>
                </c:pt>
                <c:pt idx="282">
                  <c:v>3.8271753483</c:v>
                </c:pt>
                <c:pt idx="283">
                  <c:v>5.10159586917</c:v>
                </c:pt>
                <c:pt idx="284">
                  <c:v>4.65292288757</c:v>
                </c:pt>
                <c:pt idx="285">
                  <c:v>4.4859626342</c:v>
                </c:pt>
                <c:pt idx="286">
                  <c:v>5.18150344792</c:v>
                </c:pt>
                <c:pt idx="287">
                  <c:v>3.49844840317</c:v>
                </c:pt>
                <c:pt idx="288">
                  <c:v>4.12509071308</c:v>
                </c:pt>
                <c:pt idx="289">
                  <c:v>3.65810683551</c:v>
                </c:pt>
                <c:pt idx="290">
                  <c:v>4.57247660947</c:v>
                </c:pt>
                <c:pt idx="291">
                  <c:v>3.68124123738</c:v>
                </c:pt>
                <c:pt idx="292">
                  <c:v>3.53377205838</c:v>
                </c:pt>
                <c:pt idx="293">
                  <c:v>5.62634652754</c:v>
                </c:pt>
                <c:pt idx="294">
                  <c:v>4.31871011892</c:v>
                </c:pt>
                <c:pt idx="295">
                  <c:v>4.27225944294</c:v>
                </c:pt>
                <c:pt idx="296">
                  <c:v>4.50031882375</c:v>
                </c:pt>
                <c:pt idx="297">
                  <c:v>3.68922003726</c:v>
                </c:pt>
                <c:pt idx="298">
                  <c:v>4.45916623379</c:v>
                </c:pt>
                <c:pt idx="299">
                  <c:v>4.08937516082</c:v>
                </c:pt>
                <c:pt idx="300">
                  <c:v>3.8639767839</c:v>
                </c:pt>
                <c:pt idx="301">
                  <c:v>5.01847580547</c:v>
                </c:pt>
                <c:pt idx="302">
                  <c:v>4.83878614495</c:v>
                </c:pt>
                <c:pt idx="303">
                  <c:v>5.48922982792</c:v>
                </c:pt>
                <c:pt idx="304">
                  <c:v>3.9080558741</c:v>
                </c:pt>
                <c:pt idx="305">
                  <c:v>4.89488625367</c:v>
                </c:pt>
                <c:pt idx="306">
                  <c:v>4.94999954286</c:v>
                </c:pt>
                <c:pt idx="307">
                  <c:v>3.36172783602</c:v>
                </c:pt>
                <c:pt idx="308">
                  <c:v>4.69890919885</c:v>
                </c:pt>
                <c:pt idx="309">
                  <c:v>4.34016639489</c:v>
                </c:pt>
                <c:pt idx="310">
                  <c:v>3.3807537708</c:v>
                </c:pt>
                <c:pt idx="311">
                  <c:v>4.18446428935</c:v>
                </c:pt>
                <c:pt idx="312">
                  <c:v>3.76752689941</c:v>
                </c:pt>
                <c:pt idx="313">
                  <c:v>3.66238002002</c:v>
                </c:pt>
                <c:pt idx="314">
                  <c:v>3.42094540592</c:v>
                </c:pt>
                <c:pt idx="315">
                  <c:v>4.23588179863</c:v>
                </c:pt>
                <c:pt idx="316">
                  <c:v>3.91099771631</c:v>
                </c:pt>
                <c:pt idx="317">
                  <c:v>3.56726169235</c:v>
                </c:pt>
                <c:pt idx="318">
                  <c:v>3.49164179348</c:v>
                </c:pt>
                <c:pt idx="319">
                  <c:v>4.67615383487</c:v>
                </c:pt>
                <c:pt idx="320">
                  <c:v>5.00833184818</c:v>
                </c:pt>
                <c:pt idx="321">
                  <c:v>3.99607365449</c:v>
                </c:pt>
                <c:pt idx="322">
                  <c:v>3.77437095985</c:v>
                </c:pt>
                <c:pt idx="323">
                  <c:v>4.14724335954</c:v>
                </c:pt>
                <c:pt idx="324">
                  <c:v>3.48628876096</c:v>
                </c:pt>
                <c:pt idx="325">
                  <c:v>3.6118294795</c:v>
                </c:pt>
                <c:pt idx="326">
                  <c:v>5.38127757215</c:v>
                </c:pt>
                <c:pt idx="327">
                  <c:v>3.32345836685</c:v>
                </c:pt>
                <c:pt idx="328">
                  <c:v>4.42533854828</c:v>
                </c:pt>
                <c:pt idx="329">
                  <c:v>4.9223413241</c:v>
                </c:pt>
                <c:pt idx="330">
                  <c:v>5.67902066824</c:v>
                </c:pt>
                <c:pt idx="331">
                  <c:v>3.74546516867</c:v>
                </c:pt>
                <c:pt idx="332">
                  <c:v>3.5825178836</c:v>
                </c:pt>
                <c:pt idx="333">
                  <c:v>3.27989498001</c:v>
                </c:pt>
                <c:pt idx="334">
                  <c:v>4.3493746742</c:v>
                </c:pt>
                <c:pt idx="335">
                  <c:v>4.11280601727</c:v>
                </c:pt>
                <c:pt idx="336">
                  <c:v>4.29320781665</c:v>
                </c:pt>
                <c:pt idx="337">
                  <c:v>3.49220145139</c:v>
                </c:pt>
                <c:pt idx="338">
                  <c:v>4.47284417672</c:v>
                </c:pt>
                <c:pt idx="339">
                  <c:v>4.26335196839</c:v>
                </c:pt>
                <c:pt idx="340">
                  <c:v>4.78033891829</c:v>
                </c:pt>
                <c:pt idx="341">
                  <c:v>3.69187682256</c:v>
                </c:pt>
                <c:pt idx="342">
                  <c:v>4.83872319003</c:v>
                </c:pt>
                <c:pt idx="343">
                  <c:v>5.65396945634</c:v>
                </c:pt>
                <c:pt idx="344">
                  <c:v>5.18478509208</c:v>
                </c:pt>
                <c:pt idx="345">
                  <c:v>4.97150778171</c:v>
                </c:pt>
                <c:pt idx="346">
                  <c:v>3.54505958469</c:v>
                </c:pt>
                <c:pt idx="347">
                  <c:v>3.35545152013</c:v>
                </c:pt>
                <c:pt idx="348">
                  <c:v>4.76078424478</c:v>
                </c:pt>
                <c:pt idx="349">
                  <c:v>3.9090744014</c:v>
                </c:pt>
                <c:pt idx="350">
                  <c:v>4.70562427138</c:v>
                </c:pt>
                <c:pt idx="351">
                  <c:v>4.40437181947</c:v>
                </c:pt>
                <c:pt idx="352">
                  <c:v>4.27802154097</c:v>
                </c:pt>
                <c:pt idx="353">
                  <c:v>3.61971926561</c:v>
                </c:pt>
                <c:pt idx="354">
                  <c:v>3.67172808824</c:v>
                </c:pt>
                <c:pt idx="355">
                  <c:v>4.78357487685</c:v>
                </c:pt>
                <c:pt idx="356">
                  <c:v>4.52228770278</c:v>
                </c:pt>
                <c:pt idx="357">
                  <c:v>4.13928073272</c:v>
                </c:pt>
                <c:pt idx="358">
                  <c:v>3.68078861151</c:v>
                </c:pt>
                <c:pt idx="359">
                  <c:v>3.65379118739</c:v>
                </c:pt>
                <c:pt idx="360">
                  <c:v>3.50229052791</c:v>
                </c:pt>
                <c:pt idx="361">
                  <c:v>3.69055046151</c:v>
                </c:pt>
                <c:pt idx="362">
                  <c:v>3.82229887126</c:v>
                </c:pt>
                <c:pt idx="363">
                  <c:v>4.27179515544</c:v>
                </c:pt>
                <c:pt idx="364">
                  <c:v>3.95051089299</c:v>
                </c:pt>
                <c:pt idx="365">
                  <c:v>4.06171629316</c:v>
                </c:pt>
                <c:pt idx="366">
                  <c:v>3.72411195396</c:v>
                </c:pt>
                <c:pt idx="367">
                  <c:v>3.84929654083</c:v>
                </c:pt>
                <c:pt idx="368">
                  <c:v>3.99387691494</c:v>
                </c:pt>
                <c:pt idx="369">
                  <c:v>3.26764098235</c:v>
                </c:pt>
                <c:pt idx="370">
                  <c:v>3.10653085382</c:v>
                </c:pt>
                <c:pt idx="371">
                  <c:v>4.05518713856</c:v>
                </c:pt>
                <c:pt idx="372">
                  <c:v>4.33623952875</c:v>
                </c:pt>
                <c:pt idx="373">
                  <c:v>3.36642295723</c:v>
                </c:pt>
                <c:pt idx="374">
                  <c:v>3.60777660374</c:v>
                </c:pt>
                <c:pt idx="375">
                  <c:v>3.77415185895</c:v>
                </c:pt>
                <c:pt idx="376">
                  <c:v>3.61909333063</c:v>
                </c:pt>
                <c:pt idx="377">
                  <c:v>4.78501646038</c:v>
                </c:pt>
                <c:pt idx="378">
                  <c:v>4.61714717916</c:v>
                </c:pt>
                <c:pt idx="379">
                  <c:v>3.87378546082</c:v>
                </c:pt>
                <c:pt idx="380">
                  <c:v>3.63255851453</c:v>
                </c:pt>
                <c:pt idx="381">
                  <c:v>3.3928727454</c:v>
                </c:pt>
                <c:pt idx="382">
                  <c:v>4.74138799248</c:v>
                </c:pt>
                <c:pt idx="383">
                  <c:v>3.64561873824</c:v>
                </c:pt>
                <c:pt idx="384">
                  <c:v>3.81571053979</c:v>
                </c:pt>
                <c:pt idx="385">
                  <c:v>3.85697043348</c:v>
                </c:pt>
                <c:pt idx="386">
                  <c:v>4.64699153748</c:v>
                </c:pt>
                <c:pt idx="387">
                  <c:v>5.84506329507</c:v>
                </c:pt>
                <c:pt idx="388">
                  <c:v>3.41547416811</c:v>
                </c:pt>
                <c:pt idx="389">
                  <c:v>4.51851393988</c:v>
                </c:pt>
                <c:pt idx="390">
                  <c:v>5.05824376476</c:v>
                </c:pt>
                <c:pt idx="391">
                  <c:v>4.02279940451</c:v>
                </c:pt>
                <c:pt idx="392">
                  <c:v>3.93550726582</c:v>
                </c:pt>
                <c:pt idx="393">
                  <c:v>4.15421088221</c:v>
                </c:pt>
                <c:pt idx="394">
                  <c:v>4.11803312883</c:v>
                </c:pt>
                <c:pt idx="395">
                  <c:v>4.12988315534</c:v>
                </c:pt>
                <c:pt idx="396">
                  <c:v>3.96506052061</c:v>
                </c:pt>
                <c:pt idx="397">
                  <c:v>4.34775921793</c:v>
                </c:pt>
                <c:pt idx="398">
                  <c:v>4.20035794554</c:v>
                </c:pt>
                <c:pt idx="399">
                  <c:v>4.66223825586</c:v>
                </c:pt>
                <c:pt idx="400">
                  <c:v>4.26157211911</c:v>
                </c:pt>
                <c:pt idx="401">
                  <c:v>3.81264601623</c:v>
                </c:pt>
                <c:pt idx="402">
                  <c:v>4.30952370965</c:v>
                </c:pt>
                <c:pt idx="403">
                  <c:v>3.6122539061</c:v>
                </c:pt>
                <c:pt idx="404">
                  <c:v>4.03937445577</c:v>
                </c:pt>
                <c:pt idx="405">
                  <c:v>3.81344754426</c:v>
                </c:pt>
                <c:pt idx="406">
                  <c:v>4.29497297472</c:v>
                </c:pt>
                <c:pt idx="407">
                  <c:v>3.33625955201</c:v>
                </c:pt>
                <c:pt idx="408">
                  <c:v>4.17046707639</c:v>
                </c:pt>
                <c:pt idx="409">
                  <c:v>3.87238938842</c:v>
                </c:pt>
                <c:pt idx="410">
                  <c:v>5.0492296554</c:v>
                </c:pt>
                <c:pt idx="411">
                  <c:v>3.26339933133</c:v>
                </c:pt>
                <c:pt idx="412">
                  <c:v>3.95225953659</c:v>
                </c:pt>
                <c:pt idx="413">
                  <c:v>4.67312232287</c:v>
                </c:pt>
                <c:pt idx="414">
                  <c:v>3.78604121024</c:v>
                </c:pt>
                <c:pt idx="415">
                  <c:v>3.39462676427</c:v>
                </c:pt>
                <c:pt idx="416">
                  <c:v>4.22559354815</c:v>
                </c:pt>
                <c:pt idx="417">
                  <c:v>4.68541029472</c:v>
                </c:pt>
                <c:pt idx="418">
                  <c:v>3.49150176624</c:v>
                </c:pt>
                <c:pt idx="419">
                  <c:v>4.05770413153</c:v>
                </c:pt>
                <c:pt idx="420">
                  <c:v>4.80452787373</c:v>
                </c:pt>
                <c:pt idx="421">
                  <c:v>4.4095442811</c:v>
                </c:pt>
                <c:pt idx="422">
                  <c:v>3.94314812936</c:v>
                </c:pt>
                <c:pt idx="423">
                  <c:v>4.83885538481</c:v>
                </c:pt>
                <c:pt idx="424">
                  <c:v>3.78089310869</c:v>
                </c:pt>
                <c:pt idx="425">
                  <c:v>4.74462151411</c:v>
                </c:pt>
                <c:pt idx="426">
                  <c:v>4.46837687325</c:v>
                </c:pt>
                <c:pt idx="427">
                  <c:v>5.23078600742</c:v>
                </c:pt>
                <c:pt idx="428">
                  <c:v>4.23593225399</c:v>
                </c:pt>
                <c:pt idx="429">
                  <c:v>4.18718217763</c:v>
                </c:pt>
                <c:pt idx="430">
                  <c:v>3.56808433132</c:v>
                </c:pt>
                <c:pt idx="431">
                  <c:v>4.13273983826</c:v>
                </c:pt>
                <c:pt idx="432">
                  <c:v>4.43873216281</c:v>
                </c:pt>
                <c:pt idx="433">
                  <c:v>5.60986322579</c:v>
                </c:pt>
                <c:pt idx="434">
                  <c:v>4.47522068287</c:v>
                </c:pt>
                <c:pt idx="435">
                  <c:v>4.41025407845</c:v>
                </c:pt>
                <c:pt idx="436">
                  <c:v>4.05960127976</c:v>
                </c:pt>
                <c:pt idx="437">
                  <c:v>4.28280331429</c:v>
                </c:pt>
                <c:pt idx="438">
                  <c:v>4.44332558395</c:v>
                </c:pt>
                <c:pt idx="439">
                  <c:v>4.88579642735</c:v>
                </c:pt>
                <c:pt idx="440">
                  <c:v>4.13877621573</c:v>
                </c:pt>
                <c:pt idx="441">
                  <c:v>4.60292771286</c:v>
                </c:pt>
                <c:pt idx="442">
                  <c:v>3.7246035154</c:v>
                </c:pt>
                <c:pt idx="443">
                  <c:v>3.55364033623</c:v>
                </c:pt>
                <c:pt idx="444">
                  <c:v>5.07316459267</c:v>
                </c:pt>
                <c:pt idx="445">
                  <c:v>3.78625439579</c:v>
                </c:pt>
                <c:pt idx="446">
                  <c:v>4.34580486992</c:v>
                </c:pt>
                <c:pt idx="447">
                  <c:v>3.53147891704</c:v>
                </c:pt>
                <c:pt idx="448">
                  <c:v>4.70630803832</c:v>
                </c:pt>
                <c:pt idx="449">
                  <c:v>3.66968870806</c:v>
                </c:pt>
                <c:pt idx="450">
                  <c:v>3.41111441855</c:v>
                </c:pt>
                <c:pt idx="451">
                  <c:v>3.61825734484</c:v>
                </c:pt>
                <c:pt idx="452">
                  <c:v>4.00290006861</c:v>
                </c:pt>
                <c:pt idx="453">
                  <c:v>4.72755752243</c:v>
                </c:pt>
                <c:pt idx="454">
                  <c:v>4.75207919324</c:v>
                </c:pt>
                <c:pt idx="455">
                  <c:v>4.40019248859</c:v>
                </c:pt>
                <c:pt idx="456">
                  <c:v>4.24343493652</c:v>
                </c:pt>
                <c:pt idx="457">
                  <c:v>3.62448836251</c:v>
                </c:pt>
                <c:pt idx="458">
                  <c:v>4.33990835296</c:v>
                </c:pt>
                <c:pt idx="459">
                  <c:v>5.51962457562</c:v>
                </c:pt>
                <c:pt idx="460">
                  <c:v>3.72566666031</c:v>
                </c:pt>
                <c:pt idx="461">
                  <c:v>3.61066016309</c:v>
                </c:pt>
                <c:pt idx="462">
                  <c:v>4.11471104056</c:v>
                </c:pt>
                <c:pt idx="463">
                  <c:v>4.6472753613</c:v>
                </c:pt>
                <c:pt idx="464">
                  <c:v>5.36242780751</c:v>
                </c:pt>
                <c:pt idx="465">
                  <c:v>4.59750870635</c:v>
                </c:pt>
                <c:pt idx="466">
                  <c:v>4.6109581061</c:v>
                </c:pt>
                <c:pt idx="467">
                  <c:v>3.58591171032</c:v>
                </c:pt>
                <c:pt idx="468">
                  <c:v>4.15259407793</c:v>
                </c:pt>
                <c:pt idx="469">
                  <c:v>3.53907609879</c:v>
                </c:pt>
                <c:pt idx="470">
                  <c:v>4.13373046662</c:v>
                </c:pt>
                <c:pt idx="471">
                  <c:v>3.82529626443</c:v>
                </c:pt>
                <c:pt idx="472">
                  <c:v>3.95908911437</c:v>
                </c:pt>
                <c:pt idx="473">
                  <c:v>4.47313647346</c:v>
                </c:pt>
                <c:pt idx="474">
                  <c:v>3.58421811212</c:v>
                </c:pt>
                <c:pt idx="475">
                  <c:v>4.30950241497</c:v>
                </c:pt>
                <c:pt idx="476">
                  <c:v>3.99286267139</c:v>
                </c:pt>
                <c:pt idx="477">
                  <c:v>4.75122519884</c:v>
                </c:pt>
                <c:pt idx="478">
                  <c:v>3.88530466759</c:v>
                </c:pt>
                <c:pt idx="479">
                  <c:v>3.52244423351</c:v>
                </c:pt>
                <c:pt idx="480">
                  <c:v>4.12381898602</c:v>
                </c:pt>
                <c:pt idx="481">
                  <c:v>4.20980980579</c:v>
                </c:pt>
                <c:pt idx="482">
                  <c:v>3.67687643197</c:v>
                </c:pt>
                <c:pt idx="483">
                  <c:v>3.65696018274</c:v>
                </c:pt>
                <c:pt idx="484">
                  <c:v>3.34713478291</c:v>
                </c:pt>
                <c:pt idx="485">
                  <c:v>3.88530466759</c:v>
                </c:pt>
                <c:pt idx="486">
                  <c:v>5.09397820604</c:v>
                </c:pt>
                <c:pt idx="487">
                  <c:v>5.85237323679</c:v>
                </c:pt>
                <c:pt idx="488">
                  <c:v>3.73583833432</c:v>
                </c:pt>
                <c:pt idx="489">
                  <c:v>3.56110138365</c:v>
                </c:pt>
                <c:pt idx="490">
                  <c:v>4.03390603703</c:v>
                </c:pt>
                <c:pt idx="491">
                  <c:v>3.9983029401</c:v>
                </c:pt>
                <c:pt idx="492">
                  <c:v>5.31808003828</c:v>
                </c:pt>
                <c:pt idx="493">
                  <c:v>4.5531302445</c:v>
                </c:pt>
                <c:pt idx="494">
                  <c:v>4.71126718765</c:v>
                </c:pt>
                <c:pt idx="495">
                  <c:v>4.10342739738</c:v>
                </c:pt>
                <c:pt idx="496">
                  <c:v>4.2116810763</c:v>
                </c:pt>
                <c:pt idx="497">
                  <c:v>4.03346396608</c:v>
                </c:pt>
                <c:pt idx="498">
                  <c:v>3.4999618656</c:v>
                </c:pt>
                <c:pt idx="499">
                  <c:v>3.50105926222</c:v>
                </c:pt>
                <c:pt idx="500">
                  <c:v>3.7492724083</c:v>
                </c:pt>
                <c:pt idx="501">
                  <c:v>3.3856062736</c:v>
                </c:pt>
                <c:pt idx="502">
                  <c:v>3.80665472399</c:v>
                </c:pt>
                <c:pt idx="503">
                  <c:v>4.0791088576</c:v>
                </c:pt>
                <c:pt idx="504">
                  <c:v>4.23683944947</c:v>
                </c:pt>
                <c:pt idx="505">
                  <c:v>3.7272972028</c:v>
                </c:pt>
                <c:pt idx="506">
                  <c:v>3.92391722311</c:v>
                </c:pt>
                <c:pt idx="507">
                  <c:v>5.07822474565</c:v>
                </c:pt>
                <c:pt idx="508">
                  <c:v>4.66143405039</c:v>
                </c:pt>
                <c:pt idx="509">
                  <c:v>3.97146140502</c:v>
                </c:pt>
                <c:pt idx="510">
                  <c:v>3.63888842471</c:v>
                </c:pt>
                <c:pt idx="511">
                  <c:v>4.19203750271</c:v>
                </c:pt>
                <c:pt idx="512">
                  <c:v>3.77974075118</c:v>
                </c:pt>
                <c:pt idx="513">
                  <c:v>5.28867391976</c:v>
                </c:pt>
                <c:pt idx="514">
                  <c:v>4.17193112336</c:v>
                </c:pt>
                <c:pt idx="515">
                  <c:v>3.32489949705</c:v>
                </c:pt>
                <c:pt idx="516">
                  <c:v>3.6574383227</c:v>
                </c:pt>
                <c:pt idx="517">
                  <c:v>3.33304402982</c:v>
                </c:pt>
                <c:pt idx="518">
                  <c:v>4.54079230865</c:v>
                </c:pt>
                <c:pt idx="519">
                  <c:v>4.68072520622</c:v>
                </c:pt>
                <c:pt idx="520">
                  <c:v>3.74725639744</c:v>
                </c:pt>
                <c:pt idx="521">
                  <c:v>4.51272440922</c:v>
                </c:pt>
                <c:pt idx="522">
                  <c:v>4.43744930525</c:v>
                </c:pt>
                <c:pt idx="523">
                  <c:v>4.76317333249</c:v>
                </c:pt>
                <c:pt idx="524">
                  <c:v>3.94713951764</c:v>
                </c:pt>
                <c:pt idx="525">
                  <c:v>3.79490610652</c:v>
                </c:pt>
                <c:pt idx="526">
                  <c:v>3.4687902621</c:v>
                </c:pt>
                <c:pt idx="527">
                  <c:v>3.16643011384</c:v>
                </c:pt>
                <c:pt idx="528">
                  <c:v>5.15320795204</c:v>
                </c:pt>
                <c:pt idx="529">
                  <c:v>3.39567578527</c:v>
                </c:pt>
                <c:pt idx="530">
                  <c:v>4.44090908207</c:v>
                </c:pt>
                <c:pt idx="531">
                  <c:v>4.42737248955</c:v>
                </c:pt>
                <c:pt idx="532">
                  <c:v>3.19089171692</c:v>
                </c:pt>
                <c:pt idx="533">
                  <c:v>4.31943920305</c:v>
                </c:pt>
                <c:pt idx="534">
                  <c:v>5.85815687304</c:v>
                </c:pt>
                <c:pt idx="535">
                  <c:v>3.84366872298</c:v>
                </c:pt>
                <c:pt idx="536">
                  <c:v>4.37160346973</c:v>
                </c:pt>
                <c:pt idx="537">
                  <c:v>3.92844706321</c:v>
                </c:pt>
                <c:pt idx="538">
                  <c:v>3.77378644498</c:v>
                </c:pt>
                <c:pt idx="539">
                  <c:v>3.83422990285</c:v>
                </c:pt>
                <c:pt idx="540">
                  <c:v>3.49623754517</c:v>
                </c:pt>
                <c:pt idx="541">
                  <c:v>3.68277664631</c:v>
                </c:pt>
                <c:pt idx="542">
                  <c:v>5.6371453596</c:v>
                </c:pt>
                <c:pt idx="543">
                  <c:v>4.03714750363</c:v>
                </c:pt>
                <c:pt idx="544">
                  <c:v>5.92659091136</c:v>
                </c:pt>
                <c:pt idx="545">
                  <c:v>5.20939972355</c:v>
                </c:pt>
                <c:pt idx="546">
                  <c:v>5.40566048243</c:v>
                </c:pt>
                <c:pt idx="547">
                  <c:v>3.44978684699</c:v>
                </c:pt>
                <c:pt idx="548">
                  <c:v>4.9627054641</c:v>
                </c:pt>
                <c:pt idx="549">
                  <c:v>3.40840957847</c:v>
                </c:pt>
                <c:pt idx="550">
                  <c:v>3.28600712208</c:v>
                </c:pt>
                <c:pt idx="551">
                  <c:v>3.32221929473</c:v>
                </c:pt>
                <c:pt idx="552">
                  <c:v>4.7186594345</c:v>
                </c:pt>
                <c:pt idx="553">
                  <c:v>3.95230800966</c:v>
                </c:pt>
                <c:pt idx="554">
                  <c:v>3.61741974674</c:v>
                </c:pt>
                <c:pt idx="555">
                  <c:v>4.74134072405</c:v>
                </c:pt>
                <c:pt idx="556">
                  <c:v>5.66743707517</c:v>
                </c:pt>
                <c:pt idx="557">
                  <c:v>5.86316636693</c:v>
                </c:pt>
                <c:pt idx="558">
                  <c:v>4.20352241682</c:v>
                </c:pt>
                <c:pt idx="559">
                  <c:v>4.02897770521</c:v>
                </c:pt>
                <c:pt idx="560">
                  <c:v>4.61408478974</c:v>
                </c:pt>
                <c:pt idx="561">
                  <c:v>4.51854025996</c:v>
                </c:pt>
                <c:pt idx="562">
                  <c:v>7.09079510283</c:v>
                </c:pt>
                <c:pt idx="563">
                  <c:v>4.55606115901</c:v>
                </c:pt>
                <c:pt idx="564">
                  <c:v>3.88626505903</c:v>
                </c:pt>
                <c:pt idx="565">
                  <c:v>4.96407097056</c:v>
                </c:pt>
                <c:pt idx="566">
                  <c:v>4.9558223944</c:v>
                </c:pt>
                <c:pt idx="567">
                  <c:v>4.08489785846</c:v>
                </c:pt>
                <c:pt idx="568">
                  <c:v>4.18709750058</c:v>
                </c:pt>
                <c:pt idx="569">
                  <c:v>5.56626656928</c:v>
                </c:pt>
                <c:pt idx="570">
                  <c:v>4.01661554756</c:v>
                </c:pt>
                <c:pt idx="571">
                  <c:v>3.55990662504</c:v>
                </c:pt>
                <c:pt idx="572">
                  <c:v>3.55071742347</c:v>
                </c:pt>
                <c:pt idx="573">
                  <c:v>4.17554080402</c:v>
                </c:pt>
                <c:pt idx="574">
                  <c:v>4.6593836967</c:v>
                </c:pt>
                <c:pt idx="575">
                  <c:v>4.4691147918</c:v>
                </c:pt>
                <c:pt idx="576">
                  <c:v>5.10428903879</c:v>
                </c:pt>
                <c:pt idx="577">
                  <c:v>4.10653085382</c:v>
                </c:pt>
                <c:pt idx="578">
                  <c:v>4.24701529053</c:v>
                </c:pt>
                <c:pt idx="579">
                  <c:v>3.80202075177</c:v>
                </c:pt>
                <c:pt idx="580">
                  <c:v>4.61649651916</c:v>
                </c:pt>
                <c:pt idx="581">
                  <c:v>5.83718235985</c:v>
                </c:pt>
                <c:pt idx="582">
                  <c:v>3.88806711341</c:v>
                </c:pt>
                <c:pt idx="583">
                  <c:v>5.45668632106</c:v>
                </c:pt>
                <c:pt idx="584">
                  <c:v>5.4779297371</c:v>
                </c:pt>
                <c:pt idx="585">
                  <c:v>3.60357736815</c:v>
                </c:pt>
                <c:pt idx="586">
                  <c:v>4.09638854669</c:v>
                </c:pt>
                <c:pt idx="587">
                  <c:v>4.22125770712</c:v>
                </c:pt>
                <c:pt idx="588">
                  <c:v>5.46783296307</c:v>
                </c:pt>
                <c:pt idx="589">
                  <c:v>3.80133509567</c:v>
                </c:pt>
                <c:pt idx="590">
                  <c:v>4.15048012227</c:v>
                </c:pt>
                <c:pt idx="591">
                  <c:v>3.80071707828</c:v>
                </c:pt>
                <c:pt idx="592">
                  <c:v>3.74538712132</c:v>
                </c:pt>
                <c:pt idx="593">
                  <c:v>4.36608659902</c:v>
                </c:pt>
                <c:pt idx="594">
                  <c:v>4.41665714665</c:v>
                </c:pt>
                <c:pt idx="595">
                  <c:v>3.89019738621</c:v>
                </c:pt>
                <c:pt idx="596">
                  <c:v>4.11226976842</c:v>
                </c:pt>
                <c:pt idx="597">
                  <c:v>3.44916973217</c:v>
                </c:pt>
                <c:pt idx="598">
                  <c:v>4.75863942713</c:v>
                </c:pt>
                <c:pt idx="599">
                  <c:v>4.36653501876</c:v>
                </c:pt>
                <c:pt idx="600">
                  <c:v>3.77166095935</c:v>
                </c:pt>
                <c:pt idx="601">
                  <c:v>3.87737134587</c:v>
                </c:pt>
                <c:pt idx="602">
                  <c:v>4.18135759203</c:v>
                </c:pt>
                <c:pt idx="603">
                  <c:v>5.08978857777</c:v>
                </c:pt>
                <c:pt idx="604">
                  <c:v>5.50231101946</c:v>
                </c:pt>
                <c:pt idx="605">
                  <c:v>3.65234305506</c:v>
                </c:pt>
                <c:pt idx="606">
                  <c:v>4.36685236951</c:v>
                </c:pt>
                <c:pt idx="607">
                  <c:v>3.97483395505</c:v>
                </c:pt>
                <c:pt idx="608">
                  <c:v>4.62856261311</c:v>
                </c:pt>
                <c:pt idx="609">
                  <c:v>3.42357351973</c:v>
                </c:pt>
                <c:pt idx="610">
                  <c:v>3.38417413881</c:v>
                </c:pt>
                <c:pt idx="611">
                  <c:v>4.00242526468</c:v>
                </c:pt>
                <c:pt idx="612">
                  <c:v>3.24004977211</c:v>
                </c:pt>
                <c:pt idx="613">
                  <c:v>4.67864582622</c:v>
                </c:pt>
                <c:pt idx="614">
                  <c:v>3.76581751531</c:v>
                </c:pt>
                <c:pt idx="615">
                  <c:v>3.84366872298</c:v>
                </c:pt>
                <c:pt idx="616">
                  <c:v>4.81670518367</c:v>
                </c:pt>
                <c:pt idx="617">
                  <c:v>4.19265107067</c:v>
                </c:pt>
                <c:pt idx="618">
                  <c:v>3.30535136945</c:v>
                </c:pt>
                <c:pt idx="619">
                  <c:v>3.22942584792</c:v>
                </c:pt>
                <c:pt idx="620">
                  <c:v>3.80617997398</c:v>
                </c:pt>
                <c:pt idx="621">
                  <c:v>4.9629562074</c:v>
                </c:pt>
                <c:pt idx="622">
                  <c:v>3.68160299873</c:v>
                </c:pt>
                <c:pt idx="623">
                  <c:v>4.00650882778</c:v>
                </c:pt>
                <c:pt idx="624">
                  <c:v>3.27067883614</c:v>
                </c:pt>
                <c:pt idx="625">
                  <c:v>3.95999483833</c:v>
                </c:pt>
                <c:pt idx="626">
                  <c:v>3.06182930729</c:v>
                </c:pt>
                <c:pt idx="627">
                  <c:v>4.14263970783</c:v>
                </c:pt>
                <c:pt idx="628">
                  <c:v>4.13136198912</c:v>
                </c:pt>
                <c:pt idx="629">
                  <c:v>5.11796693549</c:v>
                </c:pt>
                <c:pt idx="630">
                  <c:v>4.42849115818</c:v>
                </c:pt>
                <c:pt idx="631">
                  <c:v>4.02905895008</c:v>
                </c:pt>
                <c:pt idx="632">
                  <c:v>4.63457802285</c:v>
                </c:pt>
                <c:pt idx="633">
                  <c:v>4.72809393938</c:v>
                </c:pt>
                <c:pt idx="634">
                  <c:v>5.09015572942</c:v>
                </c:pt>
                <c:pt idx="635">
                  <c:v>4.03434765845</c:v>
                </c:pt>
                <c:pt idx="636">
                  <c:v>4.90369215293</c:v>
                </c:pt>
                <c:pt idx="637">
                  <c:v>4.27914200649</c:v>
                </c:pt>
                <c:pt idx="638">
                  <c:v>3.95371138043</c:v>
                </c:pt>
                <c:pt idx="639">
                  <c:v>3.26623169669</c:v>
                </c:pt>
                <c:pt idx="640">
                  <c:v>5.09201495703</c:v>
                </c:pt>
                <c:pt idx="641">
                  <c:v>4.97926603706</c:v>
                </c:pt>
                <c:pt idx="642">
                  <c:v>3.43964842956</c:v>
                </c:pt>
                <c:pt idx="643">
                  <c:v>4.09405165551</c:v>
                </c:pt>
                <c:pt idx="644">
                  <c:v>4.05717144155</c:v>
                </c:pt>
              </c:numCache>
            </c:numRef>
          </c:xVal>
          <c:yVal>
            <c:numRef>
              <c:f>'Chart Data'!$H$2:$H$646</c:f>
              <c:numCache>
                <c:formatCode>0</c:formatCode>
                <c:ptCount val="645"/>
                <c:pt idx="0">
                  <c:v>9.09918392197</c:v>
                </c:pt>
                <c:pt idx="1">
                  <c:v>8.13577169155</c:v>
                </c:pt>
                <c:pt idx="2">
                  <c:v>9.06161945432</c:v>
                </c:pt>
                <c:pt idx="3">
                  <c:v>8.27130246818</c:v>
                </c:pt>
                <c:pt idx="4">
                  <c:v>8.6962488941</c:v>
                </c:pt>
                <c:pt idx="5">
                  <c:v>8.30217069079</c:v>
                </c:pt>
                <c:pt idx="6">
                  <c:v>8.13980355036</c:v>
                </c:pt>
                <c:pt idx="7">
                  <c:v>9.36386533843</c:v>
                </c:pt>
                <c:pt idx="8">
                  <c:v>8.08477640047</c:v>
                </c:pt>
                <c:pt idx="9">
                  <c:v>8.04093841252</c:v>
                </c:pt>
                <c:pt idx="10">
                  <c:v>8.04797151652</c:v>
                </c:pt>
                <c:pt idx="11">
                  <c:v>8.81380441596</c:v>
                </c:pt>
                <c:pt idx="12">
                  <c:v>8.06748745978</c:v>
                </c:pt>
                <c:pt idx="13">
                  <c:v>9.35240269785</c:v>
                </c:pt>
                <c:pt idx="14">
                  <c:v>8.04979153296</c:v>
                </c:pt>
                <c:pt idx="15">
                  <c:v>8.78881508719</c:v>
                </c:pt>
                <c:pt idx="16">
                  <c:v>7.72699601359</c:v>
                </c:pt>
                <c:pt idx="17">
                  <c:v>7.76030937117</c:v>
                </c:pt>
                <c:pt idx="18">
                  <c:v>10.08201757</c:v>
                </c:pt>
                <c:pt idx="19">
                  <c:v>9.03973089977</c:v>
                </c:pt>
                <c:pt idx="20">
                  <c:v>8.0380038452</c:v>
                </c:pt>
                <c:pt idx="21">
                  <c:v>9.66431594434</c:v>
                </c:pt>
                <c:pt idx="22">
                  <c:v>8.29221840132</c:v>
                </c:pt>
                <c:pt idx="23">
                  <c:v>9.42704055025</c:v>
                </c:pt>
                <c:pt idx="24">
                  <c:v>9.12066176825</c:v>
                </c:pt>
                <c:pt idx="25">
                  <c:v>8.1907461815</c:v>
                </c:pt>
                <c:pt idx="26">
                  <c:v>7.91882686147</c:v>
                </c:pt>
                <c:pt idx="27">
                  <c:v>8.99320425089</c:v>
                </c:pt>
                <c:pt idx="28">
                  <c:v>8.19280989926</c:v>
                </c:pt>
                <c:pt idx="29">
                  <c:v>8.85678143744</c:v>
                </c:pt>
                <c:pt idx="30">
                  <c:v>9.50770775472</c:v>
                </c:pt>
                <c:pt idx="31">
                  <c:v>9.91929696349</c:v>
                </c:pt>
                <c:pt idx="32">
                  <c:v>8.98950588075</c:v>
                </c:pt>
                <c:pt idx="33">
                  <c:v>8.19229419114</c:v>
                </c:pt>
                <c:pt idx="34">
                  <c:v>8.26161016548</c:v>
                </c:pt>
                <c:pt idx="35">
                  <c:v>7.60078781851</c:v>
                </c:pt>
                <c:pt idx="36">
                  <c:v>10.0286043115</c:v>
                </c:pt>
                <c:pt idx="37">
                  <c:v>9.81120140558</c:v>
                </c:pt>
                <c:pt idx="38">
                  <c:v>7.92460488484</c:v>
                </c:pt>
                <c:pt idx="39">
                  <c:v>8.38790213393</c:v>
                </c:pt>
                <c:pt idx="40">
                  <c:v>7.75437891875</c:v>
                </c:pt>
                <c:pt idx="41">
                  <c:v>8.16758019538</c:v>
                </c:pt>
                <c:pt idx="42">
                  <c:v>8.986025181</c:v>
                </c:pt>
                <c:pt idx="43">
                  <c:v>9.16958333432</c:v>
                </c:pt>
                <c:pt idx="44">
                  <c:v>9.8826984486</c:v>
                </c:pt>
                <c:pt idx="45">
                  <c:v>7.60226623223</c:v>
                </c:pt>
                <c:pt idx="46">
                  <c:v>9.57221269359</c:v>
                </c:pt>
                <c:pt idx="47">
                  <c:v>9.86995474605</c:v>
                </c:pt>
                <c:pt idx="48">
                  <c:v>8.51221730523</c:v>
                </c:pt>
                <c:pt idx="49">
                  <c:v>8.59755588228</c:v>
                </c:pt>
                <c:pt idx="50">
                  <c:v>8.69120442163</c:v>
                </c:pt>
                <c:pt idx="51">
                  <c:v>9.4500567133</c:v>
                </c:pt>
                <c:pt idx="52">
                  <c:v>8.66858996851</c:v>
                </c:pt>
                <c:pt idx="53">
                  <c:v>7.7921254274</c:v>
                </c:pt>
                <c:pt idx="54">
                  <c:v>8.39267233668</c:v>
                </c:pt>
                <c:pt idx="55">
                  <c:v>8.30941722578</c:v>
                </c:pt>
                <c:pt idx="56">
                  <c:v>7.83900012342</c:v>
                </c:pt>
                <c:pt idx="57">
                  <c:v>8.07712070503</c:v>
                </c:pt>
                <c:pt idx="58">
                  <c:v>9.13649670516</c:v>
                </c:pt>
                <c:pt idx="59">
                  <c:v>9.13828501018</c:v>
                </c:pt>
                <c:pt idx="60">
                  <c:v>8.15806079394</c:v>
                </c:pt>
                <c:pt idx="61">
                  <c:v>8.03808739742</c:v>
                </c:pt>
                <c:pt idx="62">
                  <c:v>9.69806686256</c:v>
                </c:pt>
                <c:pt idx="63">
                  <c:v>8.74329805337</c:v>
                </c:pt>
                <c:pt idx="64">
                  <c:v>10.7097326113</c:v>
                </c:pt>
                <c:pt idx="65">
                  <c:v>8.99047027781</c:v>
                </c:pt>
                <c:pt idx="66">
                  <c:v>9.31927890952</c:v>
                </c:pt>
                <c:pt idx="67">
                  <c:v>10.1812778368</c:v>
                </c:pt>
                <c:pt idx="68">
                  <c:v>9.5077096436</c:v>
                </c:pt>
                <c:pt idx="69">
                  <c:v>8.31917895634</c:v>
                </c:pt>
                <c:pt idx="70">
                  <c:v>8.47931900513</c:v>
                </c:pt>
                <c:pt idx="71">
                  <c:v>9.27989498001</c:v>
                </c:pt>
                <c:pt idx="72">
                  <c:v>8.4279710925</c:v>
                </c:pt>
                <c:pt idx="73">
                  <c:v>9.5645883103</c:v>
                </c:pt>
                <c:pt idx="74">
                  <c:v>8.99795574945</c:v>
                </c:pt>
                <c:pt idx="75">
                  <c:v>8.55892446439</c:v>
                </c:pt>
                <c:pt idx="76">
                  <c:v>8.37357030644</c:v>
                </c:pt>
                <c:pt idx="77">
                  <c:v>8.31155467548</c:v>
                </c:pt>
                <c:pt idx="78">
                  <c:v>9.4750409316</c:v>
                </c:pt>
                <c:pt idx="79">
                  <c:v>9.03730216833</c:v>
                </c:pt>
                <c:pt idx="80">
                  <c:v>7.81491983198</c:v>
                </c:pt>
                <c:pt idx="81">
                  <c:v>7.83494179866</c:v>
                </c:pt>
                <c:pt idx="82">
                  <c:v>8.65223666841</c:v>
                </c:pt>
                <c:pt idx="83">
                  <c:v>8.66957719323</c:v>
                </c:pt>
                <c:pt idx="84">
                  <c:v>7.83459235279</c:v>
                </c:pt>
                <c:pt idx="85">
                  <c:v>9.70667076677</c:v>
                </c:pt>
                <c:pt idx="86">
                  <c:v>9.83195387471</c:v>
                </c:pt>
                <c:pt idx="87">
                  <c:v>8.06355851811</c:v>
                </c:pt>
                <c:pt idx="88">
                  <c:v>7.78227908351</c:v>
                </c:pt>
                <c:pt idx="89">
                  <c:v>8.90580990704</c:v>
                </c:pt>
                <c:pt idx="90">
                  <c:v>9.00855546268</c:v>
                </c:pt>
                <c:pt idx="91">
                  <c:v>8.82384315753</c:v>
                </c:pt>
                <c:pt idx="92">
                  <c:v>8.85253427705</c:v>
                </c:pt>
                <c:pt idx="93">
                  <c:v>8.36908592082</c:v>
                </c:pt>
                <c:pt idx="94">
                  <c:v>7.91343765403</c:v>
                </c:pt>
                <c:pt idx="95">
                  <c:v>9.72085378445</c:v>
                </c:pt>
                <c:pt idx="96">
                  <c:v>9.65924580505</c:v>
                </c:pt>
                <c:pt idx="97">
                  <c:v>8.80341614254</c:v>
                </c:pt>
                <c:pt idx="98">
                  <c:v>8.67852384183</c:v>
                </c:pt>
                <c:pt idx="99">
                  <c:v>8.78858548957</c:v>
                </c:pt>
                <c:pt idx="100">
                  <c:v>7.83241310189</c:v>
                </c:pt>
                <c:pt idx="101">
                  <c:v>9.60321411406</c:v>
                </c:pt>
                <c:pt idx="102">
                  <c:v>7.94889687574</c:v>
                </c:pt>
                <c:pt idx="103">
                  <c:v>10.3180350631</c:v>
                </c:pt>
                <c:pt idx="104">
                  <c:v>9.20252972836</c:v>
                </c:pt>
                <c:pt idx="105">
                  <c:v>8.23394239942</c:v>
                </c:pt>
                <c:pt idx="106">
                  <c:v>8.84008852149</c:v>
                </c:pt>
                <c:pt idx="107">
                  <c:v>8.13719264536</c:v>
                </c:pt>
                <c:pt idx="108">
                  <c:v>10.8157086611</c:v>
                </c:pt>
                <c:pt idx="109">
                  <c:v>9.34158407815</c:v>
                </c:pt>
                <c:pt idx="110">
                  <c:v>9.10597454637</c:v>
                </c:pt>
                <c:pt idx="111">
                  <c:v>8.27807648829</c:v>
                </c:pt>
                <c:pt idx="112">
                  <c:v>8.41908298053</c:v>
                </c:pt>
                <c:pt idx="113">
                  <c:v>8.05290545991</c:v>
                </c:pt>
                <c:pt idx="114">
                  <c:v>9.14349507051</c:v>
                </c:pt>
                <c:pt idx="115">
                  <c:v>8.04244162043</c:v>
                </c:pt>
                <c:pt idx="116">
                  <c:v>8.19677565592</c:v>
                </c:pt>
                <c:pt idx="117">
                  <c:v>9.05292583711</c:v>
                </c:pt>
                <c:pt idx="118">
                  <c:v>8.53068368598</c:v>
                </c:pt>
                <c:pt idx="119">
                  <c:v>9.38027475264</c:v>
                </c:pt>
                <c:pt idx="120">
                  <c:v>9.58994859653</c:v>
                </c:pt>
                <c:pt idx="121">
                  <c:v>9.79407795719</c:v>
                </c:pt>
                <c:pt idx="122">
                  <c:v>8.476650514</c:v>
                </c:pt>
                <c:pt idx="123">
                  <c:v>9.02270131763</c:v>
                </c:pt>
                <c:pt idx="124">
                  <c:v>8.40589763075</c:v>
                </c:pt>
                <c:pt idx="125">
                  <c:v>9.06722936135</c:v>
                </c:pt>
                <c:pt idx="126">
                  <c:v>9.68876809685</c:v>
                </c:pt>
                <c:pt idx="127">
                  <c:v>8.1275712523</c:v>
                </c:pt>
                <c:pt idx="128">
                  <c:v>8.590240894</c:v>
                </c:pt>
                <c:pt idx="129">
                  <c:v>8.91626913667</c:v>
                </c:pt>
                <c:pt idx="130">
                  <c:v>9.30262245328</c:v>
                </c:pt>
                <c:pt idx="131">
                  <c:v>8.71031880394</c:v>
                </c:pt>
                <c:pt idx="132">
                  <c:v>8.64034725204</c:v>
                </c:pt>
                <c:pt idx="133">
                  <c:v>8.14088498027</c:v>
                </c:pt>
                <c:pt idx="134">
                  <c:v>9.09066922084</c:v>
                </c:pt>
                <c:pt idx="135">
                  <c:v>8.57587570286</c:v>
                </c:pt>
                <c:pt idx="136">
                  <c:v>8.92831492664</c:v>
                </c:pt>
                <c:pt idx="137">
                  <c:v>8.58575730212</c:v>
                </c:pt>
                <c:pt idx="138">
                  <c:v>9.51753963335</c:v>
                </c:pt>
                <c:pt idx="139">
                  <c:v>8.29891417887</c:v>
                </c:pt>
                <c:pt idx="140">
                  <c:v>8.1040977106</c:v>
                </c:pt>
                <c:pt idx="141">
                  <c:v>8.41375226768</c:v>
                </c:pt>
                <c:pt idx="142">
                  <c:v>9.29541776495</c:v>
                </c:pt>
                <c:pt idx="143">
                  <c:v>8.59502198678</c:v>
                </c:pt>
                <c:pt idx="144">
                  <c:v>10.1473666129</c:v>
                </c:pt>
                <c:pt idx="145">
                  <c:v>9.14877720117</c:v>
                </c:pt>
                <c:pt idx="146">
                  <c:v>8.44659774041</c:v>
                </c:pt>
                <c:pt idx="147">
                  <c:v>8.07111948271</c:v>
                </c:pt>
                <c:pt idx="148">
                  <c:v>9.42680199494</c:v>
                </c:pt>
                <c:pt idx="149">
                  <c:v>10.2019134092</c:v>
                </c:pt>
                <c:pt idx="150">
                  <c:v>8.47329277147</c:v>
                </c:pt>
                <c:pt idx="151">
                  <c:v>9.26902139971</c:v>
                </c:pt>
                <c:pt idx="152">
                  <c:v>10.1777452285</c:v>
                </c:pt>
                <c:pt idx="153">
                  <c:v>7.81597600097</c:v>
                </c:pt>
                <c:pt idx="154">
                  <c:v>8.52998057403</c:v>
                </c:pt>
                <c:pt idx="155">
                  <c:v>8.11890263387</c:v>
                </c:pt>
                <c:pt idx="156">
                  <c:v>8.87766154653</c:v>
                </c:pt>
                <c:pt idx="157">
                  <c:v>7.71390196188</c:v>
                </c:pt>
                <c:pt idx="158">
                  <c:v>8.81504285169</c:v>
                </c:pt>
                <c:pt idx="159">
                  <c:v>9.13621528712</c:v>
                </c:pt>
                <c:pt idx="160">
                  <c:v>8.4103908346</c:v>
                </c:pt>
                <c:pt idx="161">
                  <c:v>8.45123208786</c:v>
                </c:pt>
                <c:pt idx="162">
                  <c:v>8.13193929521</c:v>
                </c:pt>
                <c:pt idx="163">
                  <c:v>8.50974270137</c:v>
                </c:pt>
                <c:pt idx="164">
                  <c:v>8.93465093253</c:v>
                </c:pt>
                <c:pt idx="165">
                  <c:v>7.83167145023</c:v>
                </c:pt>
                <c:pt idx="166">
                  <c:v>7.77790508042</c:v>
                </c:pt>
                <c:pt idx="167">
                  <c:v>10.1409607366</c:v>
                </c:pt>
                <c:pt idx="168">
                  <c:v>9.09040549751</c:v>
                </c:pt>
                <c:pt idx="169">
                  <c:v>7.84829998654</c:v>
                </c:pt>
                <c:pt idx="170">
                  <c:v>8.74344234194</c:v>
                </c:pt>
                <c:pt idx="171">
                  <c:v>9.22043734678</c:v>
                </c:pt>
                <c:pt idx="172">
                  <c:v>7.97889234062</c:v>
                </c:pt>
                <c:pt idx="173">
                  <c:v>8.81621079885</c:v>
                </c:pt>
                <c:pt idx="174">
                  <c:v>7.84224717666</c:v>
                </c:pt>
                <c:pt idx="175">
                  <c:v>8.12119203177</c:v>
                </c:pt>
                <c:pt idx="176">
                  <c:v>8.63182411744</c:v>
                </c:pt>
                <c:pt idx="177">
                  <c:v>9.36322075069</c:v>
                </c:pt>
                <c:pt idx="178">
                  <c:v>8.35180789823</c:v>
                </c:pt>
                <c:pt idx="179">
                  <c:v>7.9080934412</c:v>
                </c:pt>
                <c:pt idx="180">
                  <c:v>9.59696142029</c:v>
                </c:pt>
                <c:pt idx="181">
                  <c:v>7.59762937875</c:v>
                </c:pt>
                <c:pt idx="182">
                  <c:v>7.84166599669</c:v>
                </c:pt>
                <c:pt idx="183">
                  <c:v>8.39276024663</c:v>
                </c:pt>
                <c:pt idx="184">
                  <c:v>8.20728151127</c:v>
                </c:pt>
                <c:pt idx="185">
                  <c:v>9.99599187146</c:v>
                </c:pt>
                <c:pt idx="186">
                  <c:v>9.23612166154</c:v>
                </c:pt>
                <c:pt idx="187">
                  <c:v>9.55111463222</c:v>
                </c:pt>
                <c:pt idx="188">
                  <c:v>7.8849368971</c:v>
                </c:pt>
                <c:pt idx="189">
                  <c:v>8.27039231687</c:v>
                </c:pt>
                <c:pt idx="190">
                  <c:v>9.12201851624</c:v>
                </c:pt>
                <c:pt idx="191">
                  <c:v>7.93387686452</c:v>
                </c:pt>
                <c:pt idx="192">
                  <c:v>9.2062692989</c:v>
                </c:pt>
                <c:pt idx="193">
                  <c:v>8.38143278497</c:v>
                </c:pt>
                <c:pt idx="194">
                  <c:v>8.33503242476</c:v>
                </c:pt>
                <c:pt idx="195">
                  <c:v>8.06383230444</c:v>
                </c:pt>
                <c:pt idx="196">
                  <c:v>8.34566185748</c:v>
                </c:pt>
                <c:pt idx="197">
                  <c:v>8.37326702238</c:v>
                </c:pt>
                <c:pt idx="198">
                  <c:v>9.40878401931</c:v>
                </c:pt>
                <c:pt idx="199">
                  <c:v>8.85616920209</c:v>
                </c:pt>
                <c:pt idx="200">
                  <c:v>8.70746712538</c:v>
                </c:pt>
                <c:pt idx="201">
                  <c:v>8.75829557426</c:v>
                </c:pt>
                <c:pt idx="202">
                  <c:v>8.50712964237</c:v>
                </c:pt>
                <c:pt idx="203">
                  <c:v>8.59843045104</c:v>
                </c:pt>
                <c:pt idx="204">
                  <c:v>7.60543434535</c:v>
                </c:pt>
                <c:pt idx="205">
                  <c:v>8.27226872363</c:v>
                </c:pt>
                <c:pt idx="206">
                  <c:v>9.04152769027</c:v>
                </c:pt>
                <c:pt idx="207">
                  <c:v>9.21082476775</c:v>
                </c:pt>
                <c:pt idx="208">
                  <c:v>9.83583833328</c:v>
                </c:pt>
                <c:pt idx="209">
                  <c:v>8.42883590508</c:v>
                </c:pt>
                <c:pt idx="210">
                  <c:v>9.00361560959</c:v>
                </c:pt>
                <c:pt idx="211">
                  <c:v>9.9668651106</c:v>
                </c:pt>
                <c:pt idx="212">
                  <c:v>10.8185512352</c:v>
                </c:pt>
                <c:pt idx="213">
                  <c:v>8.40136434807</c:v>
                </c:pt>
                <c:pt idx="214">
                  <c:v>7.93560801852</c:v>
                </c:pt>
                <c:pt idx="215">
                  <c:v>8.52557859626</c:v>
                </c:pt>
                <c:pt idx="216">
                  <c:v>9.10777147499</c:v>
                </c:pt>
                <c:pt idx="217">
                  <c:v>10.1917221263</c:v>
                </c:pt>
                <c:pt idx="218">
                  <c:v>8.76685435365</c:v>
                </c:pt>
                <c:pt idx="219">
                  <c:v>8.40229922033</c:v>
                </c:pt>
                <c:pt idx="220">
                  <c:v>8.20913148654</c:v>
                </c:pt>
                <c:pt idx="221">
                  <c:v>9.03449810862</c:v>
                </c:pt>
                <c:pt idx="222">
                  <c:v>8.42905103087</c:v>
                </c:pt>
                <c:pt idx="223">
                  <c:v>8.33169244902</c:v>
                </c:pt>
                <c:pt idx="224">
                  <c:v>9.24146927689</c:v>
                </c:pt>
                <c:pt idx="225">
                  <c:v>9.34647444254</c:v>
                </c:pt>
                <c:pt idx="226">
                  <c:v>8.26311270661</c:v>
                </c:pt>
                <c:pt idx="227">
                  <c:v>8.5653719584</c:v>
                </c:pt>
                <c:pt idx="228">
                  <c:v>8.54491471317</c:v>
                </c:pt>
                <c:pt idx="229">
                  <c:v>9.13174245591</c:v>
                </c:pt>
                <c:pt idx="230">
                  <c:v>8.35099769219</c:v>
                </c:pt>
                <c:pt idx="231">
                  <c:v>9.03357975178</c:v>
                </c:pt>
                <c:pt idx="232">
                  <c:v>10.0314900635</c:v>
                </c:pt>
                <c:pt idx="233">
                  <c:v>8.88590996168</c:v>
                </c:pt>
                <c:pt idx="234">
                  <c:v>8.83149864255</c:v>
                </c:pt>
                <c:pt idx="235">
                  <c:v>10.2635052399</c:v>
                </c:pt>
                <c:pt idx="236">
                  <c:v>7.92447054032</c:v>
                </c:pt>
                <c:pt idx="237">
                  <c:v>8.02006695671</c:v>
                </c:pt>
                <c:pt idx="238">
                  <c:v>8.09949072521</c:v>
                </c:pt>
                <c:pt idx="239">
                  <c:v>8.65186410977</c:v>
                </c:pt>
                <c:pt idx="240">
                  <c:v>8.90111652741</c:v>
                </c:pt>
                <c:pt idx="241">
                  <c:v>8.96130194339</c:v>
                </c:pt>
                <c:pt idx="242">
                  <c:v>8.05371212776</c:v>
                </c:pt>
                <c:pt idx="243">
                  <c:v>7.80269164614</c:v>
                </c:pt>
                <c:pt idx="244">
                  <c:v>8.64856003316</c:v>
                </c:pt>
                <c:pt idx="245">
                  <c:v>9.31545854161</c:v>
                </c:pt>
                <c:pt idx="246">
                  <c:v>8.24066654187</c:v>
                </c:pt>
                <c:pt idx="247">
                  <c:v>8.01852158574</c:v>
                </c:pt>
                <c:pt idx="248">
                  <c:v>8.89747863616</c:v>
                </c:pt>
                <c:pt idx="249">
                  <c:v>8.95681314803</c:v>
                </c:pt>
                <c:pt idx="250">
                  <c:v>8.96158623696</c:v>
                </c:pt>
                <c:pt idx="251">
                  <c:v>7.98434275524</c:v>
                </c:pt>
                <c:pt idx="252">
                  <c:v>9.34160682319</c:v>
                </c:pt>
                <c:pt idx="253">
                  <c:v>7.68584917962</c:v>
                </c:pt>
                <c:pt idx="254">
                  <c:v>9.63662508366</c:v>
                </c:pt>
                <c:pt idx="255">
                  <c:v>9.72693159711</c:v>
                </c:pt>
                <c:pt idx="256">
                  <c:v>9.61400261843</c:v>
                </c:pt>
                <c:pt idx="257">
                  <c:v>10.0998249562</c:v>
                </c:pt>
                <c:pt idx="258">
                  <c:v>9.61625048371</c:v>
                </c:pt>
                <c:pt idx="259">
                  <c:v>7.68750220714</c:v>
                </c:pt>
                <c:pt idx="260">
                  <c:v>9.19446522081</c:v>
                </c:pt>
                <c:pt idx="261">
                  <c:v>8.58709331163</c:v>
                </c:pt>
                <c:pt idx="262">
                  <c:v>8.94026639479</c:v>
                </c:pt>
                <c:pt idx="263">
                  <c:v>8.02999217538</c:v>
                </c:pt>
                <c:pt idx="264">
                  <c:v>9.88490304657</c:v>
                </c:pt>
                <c:pt idx="265">
                  <c:v>9.04302257014</c:v>
                </c:pt>
                <c:pt idx="266">
                  <c:v>8.55307069475</c:v>
                </c:pt>
                <c:pt idx="267">
                  <c:v>9.85500781675</c:v>
                </c:pt>
                <c:pt idx="268">
                  <c:v>8.63115955815</c:v>
                </c:pt>
                <c:pt idx="269">
                  <c:v>8.8488231551</c:v>
                </c:pt>
                <c:pt idx="270">
                  <c:v>8.12228798156</c:v>
                </c:pt>
                <c:pt idx="271">
                  <c:v>8.19825834257</c:v>
                </c:pt>
                <c:pt idx="272">
                  <c:v>9.96424053214</c:v>
                </c:pt>
                <c:pt idx="273">
                  <c:v>9.9293434541</c:v>
                </c:pt>
                <c:pt idx="274">
                  <c:v>9.25744624917</c:v>
                </c:pt>
                <c:pt idx="275">
                  <c:v>8.18566395553</c:v>
                </c:pt>
                <c:pt idx="276">
                  <c:v>9.50108159287</c:v>
                </c:pt>
                <c:pt idx="277">
                  <c:v>10.149680021</c:v>
                </c:pt>
                <c:pt idx="278">
                  <c:v>8.74765025477</c:v>
                </c:pt>
                <c:pt idx="279">
                  <c:v>8.71567917218</c:v>
                </c:pt>
                <c:pt idx="280">
                  <c:v>10.0608559325</c:v>
                </c:pt>
                <c:pt idx="281">
                  <c:v>9.24893598876</c:v>
                </c:pt>
                <c:pt idx="282">
                  <c:v>8.43104355502</c:v>
                </c:pt>
                <c:pt idx="283">
                  <c:v>9.66246477288</c:v>
                </c:pt>
                <c:pt idx="284">
                  <c:v>9.14119005978</c:v>
                </c:pt>
                <c:pt idx="285">
                  <c:v>9.41556575571</c:v>
                </c:pt>
                <c:pt idx="286">
                  <c:v>9.70337917413</c:v>
                </c:pt>
                <c:pt idx="287">
                  <c:v>8.11900500846</c:v>
                </c:pt>
                <c:pt idx="288">
                  <c:v>8.36545428832</c:v>
                </c:pt>
                <c:pt idx="289">
                  <c:v>8.11962534441</c:v>
                </c:pt>
                <c:pt idx="290">
                  <c:v>9.12729467966</c:v>
                </c:pt>
                <c:pt idx="291">
                  <c:v>7.74961265541</c:v>
                </c:pt>
                <c:pt idx="292">
                  <c:v>8.23634576695</c:v>
                </c:pt>
                <c:pt idx="293">
                  <c:v>10.7095671644</c:v>
                </c:pt>
                <c:pt idx="294">
                  <c:v>8.86953503304</c:v>
                </c:pt>
                <c:pt idx="295">
                  <c:v>8.55776216979</c:v>
                </c:pt>
                <c:pt idx="296">
                  <c:v>8.7382349703</c:v>
                </c:pt>
                <c:pt idx="297">
                  <c:v>7.84150337706</c:v>
                </c:pt>
                <c:pt idx="298">
                  <c:v>9.09827502463</c:v>
                </c:pt>
                <c:pt idx="299">
                  <c:v>8.26054837264</c:v>
                </c:pt>
                <c:pt idx="300">
                  <c:v>8.08162810399</c:v>
                </c:pt>
                <c:pt idx="301">
                  <c:v>9.57604507646</c:v>
                </c:pt>
                <c:pt idx="302">
                  <c:v>9.62916791733</c:v>
                </c:pt>
                <c:pt idx="303">
                  <c:v>10.1367894465</c:v>
                </c:pt>
                <c:pt idx="304">
                  <c:v>8.34424289786</c:v>
                </c:pt>
                <c:pt idx="305">
                  <c:v>9.79868316453</c:v>
                </c:pt>
                <c:pt idx="306">
                  <c:v>9.4920270554</c:v>
                </c:pt>
                <c:pt idx="307">
                  <c:v>7.6648675245</c:v>
                </c:pt>
                <c:pt idx="308">
                  <c:v>10.251704199</c:v>
                </c:pt>
                <c:pt idx="309">
                  <c:v>8.71320483961</c:v>
                </c:pt>
                <c:pt idx="310">
                  <c:v>7.87585385097</c:v>
                </c:pt>
                <c:pt idx="311">
                  <c:v>9.16151443961</c:v>
                </c:pt>
                <c:pt idx="312">
                  <c:v>7.92256457839</c:v>
                </c:pt>
                <c:pt idx="313">
                  <c:v>7.96700476854</c:v>
                </c:pt>
                <c:pt idx="314">
                  <c:v>7.97627200995</c:v>
                </c:pt>
                <c:pt idx="315">
                  <c:v>8.87978721686</c:v>
                </c:pt>
                <c:pt idx="316">
                  <c:v>8.27098145606</c:v>
                </c:pt>
                <c:pt idx="317">
                  <c:v>7.93985358057</c:v>
                </c:pt>
                <c:pt idx="318">
                  <c:v>7.99871258201</c:v>
                </c:pt>
                <c:pt idx="319">
                  <c:v>9.33127076033</c:v>
                </c:pt>
                <c:pt idx="320">
                  <c:v>9.28580116552</c:v>
                </c:pt>
                <c:pt idx="321">
                  <c:v>8.41519044094</c:v>
                </c:pt>
                <c:pt idx="322">
                  <c:v>8.08699656624</c:v>
                </c:pt>
                <c:pt idx="323">
                  <c:v>8.6966856985</c:v>
                </c:pt>
                <c:pt idx="324">
                  <c:v>8.47101285144</c:v>
                </c:pt>
                <c:pt idx="325">
                  <c:v>7.81705608057</c:v>
                </c:pt>
                <c:pt idx="326">
                  <c:v>9.93954301337</c:v>
                </c:pt>
                <c:pt idx="327">
                  <c:v>7.60009034911</c:v>
                </c:pt>
                <c:pt idx="328">
                  <c:v>8.8288093609</c:v>
                </c:pt>
                <c:pt idx="329">
                  <c:v>9.64497703675</c:v>
                </c:pt>
                <c:pt idx="330">
                  <c:v>10.2336910095</c:v>
                </c:pt>
                <c:pt idx="331">
                  <c:v>8.47555061493</c:v>
                </c:pt>
                <c:pt idx="332">
                  <c:v>8.60899430562</c:v>
                </c:pt>
                <c:pt idx="333">
                  <c:v>7.87131601875</c:v>
                </c:pt>
                <c:pt idx="334">
                  <c:v>9.02021746095</c:v>
                </c:pt>
                <c:pt idx="335">
                  <c:v>8.31903106674</c:v>
                </c:pt>
                <c:pt idx="336">
                  <c:v>8.62600964379</c:v>
                </c:pt>
                <c:pt idx="337">
                  <c:v>7.8545914283</c:v>
                </c:pt>
                <c:pt idx="338">
                  <c:v>8.83842276944</c:v>
                </c:pt>
                <c:pt idx="339">
                  <c:v>8.74004277303</c:v>
                </c:pt>
                <c:pt idx="340">
                  <c:v>9.35400734822</c:v>
                </c:pt>
                <c:pt idx="341">
                  <c:v>8.21094155155</c:v>
                </c:pt>
                <c:pt idx="342">
                  <c:v>9.41684030339</c:v>
                </c:pt>
                <c:pt idx="343">
                  <c:v>10.229528955</c:v>
                </c:pt>
                <c:pt idx="344">
                  <c:v>9.79016062966</c:v>
                </c:pt>
                <c:pt idx="345">
                  <c:v>9.70279806631</c:v>
                </c:pt>
                <c:pt idx="346">
                  <c:v>8.00290006861</c:v>
                </c:pt>
                <c:pt idx="347">
                  <c:v>7.81146775942</c:v>
                </c:pt>
                <c:pt idx="348">
                  <c:v>9.08587721095</c:v>
                </c:pt>
                <c:pt idx="349">
                  <c:v>8.34318203193</c:v>
                </c:pt>
                <c:pt idx="350">
                  <c:v>9.33674983371</c:v>
                </c:pt>
                <c:pt idx="351">
                  <c:v>8.86116866099</c:v>
                </c:pt>
                <c:pt idx="352">
                  <c:v>8.76267106289</c:v>
                </c:pt>
                <c:pt idx="353">
                  <c:v>8.07514167413</c:v>
                </c:pt>
                <c:pt idx="354">
                  <c:v>7.86263219945</c:v>
                </c:pt>
                <c:pt idx="355">
                  <c:v>9.56627482228</c:v>
                </c:pt>
                <c:pt idx="356">
                  <c:v>9.12379024763</c:v>
                </c:pt>
                <c:pt idx="357">
                  <c:v>8.7414502214</c:v>
                </c:pt>
                <c:pt idx="358">
                  <c:v>8.04457503559</c:v>
                </c:pt>
                <c:pt idx="359">
                  <c:v>7.93079626298</c:v>
                </c:pt>
                <c:pt idx="360">
                  <c:v>8.10147555504</c:v>
                </c:pt>
                <c:pt idx="361">
                  <c:v>8.41917563002</c:v>
                </c:pt>
                <c:pt idx="362">
                  <c:v>7.9347357334</c:v>
                </c:pt>
                <c:pt idx="363">
                  <c:v>8.61740297829</c:v>
                </c:pt>
                <c:pt idx="364">
                  <c:v>8.38727055697</c:v>
                </c:pt>
                <c:pt idx="365">
                  <c:v>8.54847172357</c:v>
                </c:pt>
                <c:pt idx="366">
                  <c:v>7.96817930327</c:v>
                </c:pt>
                <c:pt idx="367">
                  <c:v>8.36668625598</c:v>
                </c:pt>
                <c:pt idx="368">
                  <c:v>8.13799621503</c:v>
                </c:pt>
                <c:pt idx="369">
                  <c:v>7.66174644821</c:v>
                </c:pt>
                <c:pt idx="370">
                  <c:v>7.74127769147</c:v>
                </c:pt>
                <c:pt idx="371">
                  <c:v>8.54087731638</c:v>
                </c:pt>
                <c:pt idx="372">
                  <c:v>8.68345681164</c:v>
                </c:pt>
                <c:pt idx="373">
                  <c:v>7.56080300199</c:v>
                </c:pt>
                <c:pt idx="374">
                  <c:v>8.26779806911</c:v>
                </c:pt>
                <c:pt idx="375">
                  <c:v>7.87551269495</c:v>
                </c:pt>
                <c:pt idx="376">
                  <c:v>7.73635665692</c:v>
                </c:pt>
                <c:pt idx="377">
                  <c:v>9.56197220108</c:v>
                </c:pt>
                <c:pt idx="378">
                  <c:v>9.14436214542</c:v>
                </c:pt>
                <c:pt idx="379">
                  <c:v>8.85933707818</c:v>
                </c:pt>
                <c:pt idx="380">
                  <c:v>8.25273655651</c:v>
                </c:pt>
                <c:pt idx="381">
                  <c:v>8.10955155029</c:v>
                </c:pt>
                <c:pt idx="382">
                  <c:v>9.32748174572</c:v>
                </c:pt>
                <c:pt idx="383">
                  <c:v>8.27817949579</c:v>
                </c:pt>
                <c:pt idx="384">
                  <c:v>8.05246307748</c:v>
                </c:pt>
                <c:pt idx="385">
                  <c:v>8.71232638542</c:v>
                </c:pt>
                <c:pt idx="386">
                  <c:v>9.33851187258</c:v>
                </c:pt>
                <c:pt idx="387">
                  <c:v>10.8825917772</c:v>
                </c:pt>
                <c:pt idx="388">
                  <c:v>8.01972263247</c:v>
                </c:pt>
                <c:pt idx="389">
                  <c:v>8.99686176849</c:v>
                </c:pt>
                <c:pt idx="390">
                  <c:v>9.5445900007</c:v>
                </c:pt>
                <c:pt idx="391">
                  <c:v>8.77530527897</c:v>
                </c:pt>
                <c:pt idx="392">
                  <c:v>8.10502282035</c:v>
                </c:pt>
                <c:pt idx="393">
                  <c:v>8.31413277559</c:v>
                </c:pt>
                <c:pt idx="394">
                  <c:v>8.63285900589</c:v>
                </c:pt>
                <c:pt idx="395">
                  <c:v>8.11826472609</c:v>
                </c:pt>
                <c:pt idx="396">
                  <c:v>8.31437079423</c:v>
                </c:pt>
                <c:pt idx="397">
                  <c:v>8.91694113784</c:v>
                </c:pt>
                <c:pt idx="398">
                  <c:v>8.47505344098</c:v>
                </c:pt>
                <c:pt idx="399">
                  <c:v>9.21644064853</c:v>
                </c:pt>
                <c:pt idx="400">
                  <c:v>8.51249228246</c:v>
                </c:pt>
                <c:pt idx="401">
                  <c:v>8.4257298046</c:v>
                </c:pt>
                <c:pt idx="402">
                  <c:v>8.95153761735</c:v>
                </c:pt>
                <c:pt idx="403">
                  <c:v>8.16602138279</c:v>
                </c:pt>
                <c:pt idx="404">
                  <c:v>8.80641741386</c:v>
                </c:pt>
                <c:pt idx="405">
                  <c:v>8.5085054786</c:v>
                </c:pt>
                <c:pt idx="406">
                  <c:v>8.7274753759</c:v>
                </c:pt>
                <c:pt idx="407">
                  <c:v>7.72685755929</c:v>
                </c:pt>
                <c:pt idx="408">
                  <c:v>9.06103608065</c:v>
                </c:pt>
                <c:pt idx="409">
                  <c:v>8.29462051659</c:v>
                </c:pt>
                <c:pt idx="410">
                  <c:v>10.5862807826</c:v>
                </c:pt>
                <c:pt idx="411">
                  <c:v>7.63504118443</c:v>
                </c:pt>
                <c:pt idx="412">
                  <c:v>8.48761908694</c:v>
                </c:pt>
                <c:pt idx="413">
                  <c:v>9.36810643386</c:v>
                </c:pt>
                <c:pt idx="414">
                  <c:v>8.03129533095</c:v>
                </c:pt>
                <c:pt idx="415">
                  <c:v>7.8632931129</c:v>
                </c:pt>
                <c:pt idx="416">
                  <c:v>9.12742456767</c:v>
                </c:pt>
                <c:pt idx="417">
                  <c:v>9.13948962032</c:v>
                </c:pt>
                <c:pt idx="418">
                  <c:v>8.20391635939</c:v>
                </c:pt>
                <c:pt idx="419">
                  <c:v>8.22104630111</c:v>
                </c:pt>
                <c:pt idx="420">
                  <c:v>9.23252778503</c:v>
                </c:pt>
                <c:pt idx="421">
                  <c:v>8.95934624593</c:v>
                </c:pt>
                <c:pt idx="422">
                  <c:v>8.4556487033</c:v>
                </c:pt>
                <c:pt idx="423">
                  <c:v>9.2144912379</c:v>
                </c:pt>
                <c:pt idx="424">
                  <c:v>8.02325245963</c:v>
                </c:pt>
                <c:pt idx="425">
                  <c:v>9.18195271929</c:v>
                </c:pt>
                <c:pt idx="426">
                  <c:v>8.93366238762</c:v>
                </c:pt>
                <c:pt idx="427">
                  <c:v>9.95588412437</c:v>
                </c:pt>
                <c:pt idx="428">
                  <c:v>8.62549868425</c:v>
                </c:pt>
                <c:pt idx="429">
                  <c:v>8.45226956868</c:v>
                </c:pt>
                <c:pt idx="430">
                  <c:v>7.7904048073</c:v>
                </c:pt>
                <c:pt idx="431">
                  <c:v>8.30156168081</c:v>
                </c:pt>
                <c:pt idx="432">
                  <c:v>8.77051475043</c:v>
                </c:pt>
                <c:pt idx="433">
                  <c:v>10.434134664</c:v>
                </c:pt>
                <c:pt idx="434">
                  <c:v>8.92760644007</c:v>
                </c:pt>
                <c:pt idx="435">
                  <c:v>8.69305212558</c:v>
                </c:pt>
                <c:pt idx="436">
                  <c:v>8.58606043128</c:v>
                </c:pt>
                <c:pt idx="437">
                  <c:v>8.71879720749</c:v>
                </c:pt>
                <c:pt idx="438">
                  <c:v>8.98559216601</c:v>
                </c:pt>
                <c:pt idx="439">
                  <c:v>9.49405436065</c:v>
                </c:pt>
                <c:pt idx="440">
                  <c:v>8.40737560616</c:v>
                </c:pt>
                <c:pt idx="441">
                  <c:v>9.10679651456</c:v>
                </c:pt>
                <c:pt idx="442">
                  <c:v>8.25658306014</c:v>
                </c:pt>
                <c:pt idx="443">
                  <c:v>8.10567705804</c:v>
                </c:pt>
                <c:pt idx="444">
                  <c:v>9.52014277597</c:v>
                </c:pt>
                <c:pt idx="445">
                  <c:v>8.15759878973</c:v>
                </c:pt>
                <c:pt idx="446">
                  <c:v>9.17804379423</c:v>
                </c:pt>
                <c:pt idx="447">
                  <c:v>7.9286057788</c:v>
                </c:pt>
                <c:pt idx="448">
                  <c:v>9.11525061368</c:v>
                </c:pt>
                <c:pt idx="449">
                  <c:v>7.93252449705</c:v>
                </c:pt>
                <c:pt idx="450">
                  <c:v>8.00936589835</c:v>
                </c:pt>
                <c:pt idx="451">
                  <c:v>8.03964013146</c:v>
                </c:pt>
                <c:pt idx="452">
                  <c:v>8.3040379019</c:v>
                </c:pt>
                <c:pt idx="453">
                  <c:v>9.4964792144</c:v>
                </c:pt>
                <c:pt idx="454">
                  <c:v>9.35886472673</c:v>
                </c:pt>
                <c:pt idx="455">
                  <c:v>8.41703635021</c:v>
                </c:pt>
                <c:pt idx="456">
                  <c:v>8.76971768545</c:v>
                </c:pt>
                <c:pt idx="457">
                  <c:v>7.55479190974</c:v>
                </c:pt>
                <c:pt idx="458">
                  <c:v>9.02884564986</c:v>
                </c:pt>
                <c:pt idx="459">
                  <c:v>9.90919400198</c:v>
                </c:pt>
                <c:pt idx="460">
                  <c:v>8.06413214616</c:v>
                </c:pt>
                <c:pt idx="461">
                  <c:v>7.86154635827</c:v>
                </c:pt>
                <c:pt idx="462">
                  <c:v>8.56189289144</c:v>
                </c:pt>
                <c:pt idx="463">
                  <c:v>8.98031386071</c:v>
                </c:pt>
                <c:pt idx="464">
                  <c:v>9.92976275081</c:v>
                </c:pt>
                <c:pt idx="465">
                  <c:v>8.89418586562</c:v>
                </c:pt>
                <c:pt idx="466">
                  <c:v>9.31127884335</c:v>
                </c:pt>
                <c:pt idx="467">
                  <c:v>8.09871985045</c:v>
                </c:pt>
                <c:pt idx="468">
                  <c:v>8.87182970045</c:v>
                </c:pt>
                <c:pt idx="469">
                  <c:v>8.93917917175</c:v>
                </c:pt>
                <c:pt idx="470">
                  <c:v>8.53866545878</c:v>
                </c:pt>
                <c:pt idx="471">
                  <c:v>8.34127819</c:v>
                </c:pt>
                <c:pt idx="472">
                  <c:v>8.58390690144</c:v>
                </c:pt>
                <c:pt idx="473">
                  <c:v>9.12138287335</c:v>
                </c:pt>
                <c:pt idx="474">
                  <c:v>7.79533767934</c:v>
                </c:pt>
                <c:pt idx="475">
                  <c:v>8.92957115757</c:v>
                </c:pt>
                <c:pt idx="476">
                  <c:v>8.24779902289</c:v>
                </c:pt>
                <c:pt idx="477">
                  <c:v>9.33987817188</c:v>
                </c:pt>
                <c:pt idx="478">
                  <c:v>8.2853727509</c:v>
                </c:pt>
                <c:pt idx="479">
                  <c:v>7.73379891999</c:v>
                </c:pt>
                <c:pt idx="480">
                  <c:v>8.53862273997</c:v>
                </c:pt>
                <c:pt idx="481">
                  <c:v>8.70939293712</c:v>
                </c:pt>
                <c:pt idx="482">
                  <c:v>8.24362828791</c:v>
                </c:pt>
                <c:pt idx="483">
                  <c:v>8.30328247558</c:v>
                </c:pt>
                <c:pt idx="484">
                  <c:v>7.62642249568</c:v>
                </c:pt>
                <c:pt idx="485">
                  <c:v>8.34015051981</c:v>
                </c:pt>
                <c:pt idx="486">
                  <c:v>9.52392326929</c:v>
                </c:pt>
                <c:pt idx="487">
                  <c:v>10.5467754052</c:v>
                </c:pt>
                <c:pt idx="488">
                  <c:v>7.93027134953</c:v>
                </c:pt>
                <c:pt idx="489">
                  <c:v>8.23968979324</c:v>
                </c:pt>
                <c:pt idx="490">
                  <c:v>8.32214690629</c:v>
                </c:pt>
                <c:pt idx="491">
                  <c:v>8.48163465027</c:v>
                </c:pt>
                <c:pt idx="492">
                  <c:v>10.0581296616</c:v>
                </c:pt>
                <c:pt idx="493">
                  <c:v>9.16582813829</c:v>
                </c:pt>
                <c:pt idx="494">
                  <c:v>8.92818223747</c:v>
                </c:pt>
                <c:pt idx="495">
                  <c:v>8.39101630905</c:v>
                </c:pt>
                <c:pt idx="496">
                  <c:v>9.35739450009</c:v>
                </c:pt>
                <c:pt idx="497">
                  <c:v>8.52960870702</c:v>
                </c:pt>
                <c:pt idx="498">
                  <c:v>7.91154643459</c:v>
                </c:pt>
                <c:pt idx="499">
                  <c:v>7.94644735215</c:v>
                </c:pt>
                <c:pt idx="500">
                  <c:v>8.13131705535</c:v>
                </c:pt>
                <c:pt idx="501">
                  <c:v>7.66724743161</c:v>
                </c:pt>
                <c:pt idx="502">
                  <c:v>8.1923527618</c:v>
                </c:pt>
                <c:pt idx="503">
                  <c:v>8.61510693384</c:v>
                </c:pt>
                <c:pt idx="504">
                  <c:v>8.38794302134</c:v>
                </c:pt>
                <c:pt idx="505">
                  <c:v>7.92011288639</c:v>
                </c:pt>
                <c:pt idx="506">
                  <c:v>8.46590904025</c:v>
                </c:pt>
                <c:pt idx="507">
                  <c:v>9.8923961656</c:v>
                </c:pt>
                <c:pt idx="508">
                  <c:v>9.32331667218</c:v>
                </c:pt>
                <c:pt idx="509">
                  <c:v>8.42849439651</c:v>
                </c:pt>
                <c:pt idx="510">
                  <c:v>8.64023092489</c:v>
                </c:pt>
                <c:pt idx="511">
                  <c:v>8.551986435</c:v>
                </c:pt>
                <c:pt idx="512">
                  <c:v>8.32802876387</c:v>
                </c:pt>
                <c:pt idx="513">
                  <c:v>9.81158083664</c:v>
                </c:pt>
                <c:pt idx="514">
                  <c:v>8.45424252559</c:v>
                </c:pt>
                <c:pt idx="515">
                  <c:v>7.86919063588</c:v>
                </c:pt>
                <c:pt idx="516">
                  <c:v>8.15854341044</c:v>
                </c:pt>
                <c:pt idx="517">
                  <c:v>7.80514049574</c:v>
                </c:pt>
                <c:pt idx="518">
                  <c:v>8.76352906759</c:v>
                </c:pt>
                <c:pt idx="519">
                  <c:v>9.38550725032</c:v>
                </c:pt>
                <c:pt idx="520">
                  <c:v>8.02630850085</c:v>
                </c:pt>
                <c:pt idx="521">
                  <c:v>9.10327369518</c:v>
                </c:pt>
                <c:pt idx="522">
                  <c:v>9.43001342395</c:v>
                </c:pt>
                <c:pt idx="523">
                  <c:v>9.20652959155</c:v>
                </c:pt>
                <c:pt idx="524">
                  <c:v>8.09942855288</c:v>
                </c:pt>
                <c:pt idx="525">
                  <c:v>8.13771165567</c:v>
                </c:pt>
                <c:pt idx="526">
                  <c:v>7.79233564788</c:v>
                </c:pt>
                <c:pt idx="527">
                  <c:v>7.61726251709</c:v>
                </c:pt>
                <c:pt idx="528">
                  <c:v>9.99569831625</c:v>
                </c:pt>
                <c:pt idx="529">
                  <c:v>7.82599701165</c:v>
                </c:pt>
                <c:pt idx="530">
                  <c:v>8.88026809598</c:v>
                </c:pt>
                <c:pt idx="531">
                  <c:v>8.88208375874</c:v>
                </c:pt>
                <c:pt idx="532">
                  <c:v>7.59716844907</c:v>
                </c:pt>
                <c:pt idx="533">
                  <c:v>8.69968773401</c:v>
                </c:pt>
                <c:pt idx="534">
                  <c:v>10.4689448422</c:v>
                </c:pt>
                <c:pt idx="535">
                  <c:v>8.27107452748</c:v>
                </c:pt>
                <c:pt idx="536">
                  <c:v>9.20190677975</c:v>
                </c:pt>
                <c:pt idx="537">
                  <c:v>8.40384945517</c:v>
                </c:pt>
                <c:pt idx="538">
                  <c:v>8.29186591744</c:v>
                </c:pt>
                <c:pt idx="539">
                  <c:v>8.11332487768</c:v>
                </c:pt>
                <c:pt idx="540">
                  <c:v>7.65294220199</c:v>
                </c:pt>
                <c:pt idx="541">
                  <c:v>7.85821827707</c:v>
                </c:pt>
                <c:pt idx="542">
                  <c:v>10.3438718895</c:v>
                </c:pt>
                <c:pt idx="543">
                  <c:v>8.37802704778</c:v>
                </c:pt>
                <c:pt idx="544">
                  <c:v>10.6867644119</c:v>
                </c:pt>
                <c:pt idx="545">
                  <c:v>10.1449070391</c:v>
                </c:pt>
                <c:pt idx="546">
                  <c:v>10.0841883495</c:v>
                </c:pt>
                <c:pt idx="547">
                  <c:v>7.67921887617</c:v>
                </c:pt>
                <c:pt idx="548">
                  <c:v>9.5370304812</c:v>
                </c:pt>
                <c:pt idx="549">
                  <c:v>7.69280287095</c:v>
                </c:pt>
                <c:pt idx="550">
                  <c:v>7.62873622674</c:v>
                </c:pt>
                <c:pt idx="551">
                  <c:v>7.74306269742</c:v>
                </c:pt>
                <c:pt idx="552">
                  <c:v>9.27514797379</c:v>
                </c:pt>
                <c:pt idx="553">
                  <c:v>8.26436677231</c:v>
                </c:pt>
                <c:pt idx="554">
                  <c:v>7.77997867533</c:v>
                </c:pt>
                <c:pt idx="555">
                  <c:v>9.33587013429</c:v>
                </c:pt>
                <c:pt idx="556">
                  <c:v>10.2717071867</c:v>
                </c:pt>
                <c:pt idx="557">
                  <c:v>10.5927097128</c:v>
                </c:pt>
                <c:pt idx="558">
                  <c:v>8.42422970584</c:v>
                </c:pt>
                <c:pt idx="559">
                  <c:v>8.27918311145</c:v>
                </c:pt>
                <c:pt idx="560">
                  <c:v>9.1094567114</c:v>
                </c:pt>
                <c:pt idx="561">
                  <c:v>8.96812883087</c:v>
                </c:pt>
                <c:pt idx="562">
                  <c:v>11.8743420597</c:v>
                </c:pt>
                <c:pt idx="563">
                  <c:v>8.91248085507</c:v>
                </c:pt>
                <c:pt idx="564">
                  <c:v>8.37118981721</c:v>
                </c:pt>
                <c:pt idx="565">
                  <c:v>9.4925123095</c:v>
                </c:pt>
                <c:pt idx="566">
                  <c:v>9.53366798296</c:v>
                </c:pt>
                <c:pt idx="567">
                  <c:v>8.51852183607</c:v>
                </c:pt>
                <c:pt idx="568">
                  <c:v>8.67474910953</c:v>
                </c:pt>
                <c:pt idx="569">
                  <c:v>9.75803894629</c:v>
                </c:pt>
                <c:pt idx="570">
                  <c:v>8.27188573047</c:v>
                </c:pt>
                <c:pt idx="571">
                  <c:v>7.93306696281</c:v>
                </c:pt>
                <c:pt idx="572">
                  <c:v>8.63968665687</c:v>
                </c:pt>
                <c:pt idx="573">
                  <c:v>8.27631931383</c:v>
                </c:pt>
                <c:pt idx="574">
                  <c:v>9.07319908562</c:v>
                </c:pt>
                <c:pt idx="575">
                  <c:v>8.86992310585</c:v>
                </c:pt>
                <c:pt idx="576">
                  <c:v>9.82242236805</c:v>
                </c:pt>
                <c:pt idx="577">
                  <c:v>8.54595868782</c:v>
                </c:pt>
                <c:pt idx="578">
                  <c:v>8.40316514994</c:v>
                </c:pt>
                <c:pt idx="579">
                  <c:v>7.95224499361</c:v>
                </c:pt>
                <c:pt idx="580">
                  <c:v>8.98305361512</c:v>
                </c:pt>
                <c:pt idx="581">
                  <c:v>10.5649472469</c:v>
                </c:pt>
                <c:pt idx="582">
                  <c:v>8.3543793083</c:v>
                </c:pt>
                <c:pt idx="583">
                  <c:v>10.1383344084</c:v>
                </c:pt>
                <c:pt idx="584">
                  <c:v>10.1029384768</c:v>
                </c:pt>
                <c:pt idx="585">
                  <c:v>8.47249316075</c:v>
                </c:pt>
                <c:pt idx="586">
                  <c:v>8.41583606839</c:v>
                </c:pt>
                <c:pt idx="587">
                  <c:v>8.47172725428</c:v>
                </c:pt>
                <c:pt idx="588">
                  <c:v>9.95486373334</c:v>
                </c:pt>
                <c:pt idx="589">
                  <c:v>8.28073084743</c:v>
                </c:pt>
                <c:pt idx="590">
                  <c:v>8.4401184504</c:v>
                </c:pt>
                <c:pt idx="591">
                  <c:v>8.00121865608</c:v>
                </c:pt>
                <c:pt idx="592">
                  <c:v>8.06517622723</c:v>
                </c:pt>
                <c:pt idx="593">
                  <c:v>8.77770224739</c:v>
                </c:pt>
                <c:pt idx="594">
                  <c:v>9.08484499269</c:v>
                </c:pt>
                <c:pt idx="595">
                  <c:v>8.2632856516</c:v>
                </c:pt>
                <c:pt idx="596">
                  <c:v>8.41430468813</c:v>
                </c:pt>
                <c:pt idx="597">
                  <c:v>7.64828192855</c:v>
                </c:pt>
                <c:pt idx="598">
                  <c:v>9.23683542168</c:v>
                </c:pt>
                <c:pt idx="599">
                  <c:v>8.94467115453</c:v>
                </c:pt>
                <c:pt idx="600">
                  <c:v>8.52503054639</c:v>
                </c:pt>
                <c:pt idx="601">
                  <c:v>8.15545750145</c:v>
                </c:pt>
                <c:pt idx="602">
                  <c:v>8.93110429042</c:v>
                </c:pt>
                <c:pt idx="603">
                  <c:v>9.64374848819</c:v>
                </c:pt>
                <c:pt idx="604">
                  <c:v>10.173361787</c:v>
                </c:pt>
                <c:pt idx="605">
                  <c:v>8.08495857472</c:v>
                </c:pt>
                <c:pt idx="606">
                  <c:v>8.76424639122</c:v>
                </c:pt>
                <c:pt idx="607">
                  <c:v>8.2052909976</c:v>
                </c:pt>
                <c:pt idx="608">
                  <c:v>9.29462624632</c:v>
                </c:pt>
                <c:pt idx="609">
                  <c:v>7.76456465585</c:v>
                </c:pt>
                <c:pt idx="610">
                  <c:v>7.53059665918</c:v>
                </c:pt>
                <c:pt idx="611">
                  <c:v>8.37169759451</c:v>
                </c:pt>
                <c:pt idx="612">
                  <c:v>7.61937511302</c:v>
                </c:pt>
                <c:pt idx="613">
                  <c:v>8.90942764737</c:v>
                </c:pt>
                <c:pt idx="614">
                  <c:v>8.04322862839</c:v>
                </c:pt>
                <c:pt idx="615">
                  <c:v>8.27108848647</c:v>
                </c:pt>
                <c:pt idx="616">
                  <c:v>9.30889571681</c:v>
                </c:pt>
                <c:pt idx="617">
                  <c:v>8.49575241604</c:v>
                </c:pt>
                <c:pt idx="618">
                  <c:v>7.74003091974</c:v>
                </c:pt>
                <c:pt idx="619">
                  <c:v>7.82920725222</c:v>
                </c:pt>
                <c:pt idx="620">
                  <c:v>8.60440967113</c:v>
                </c:pt>
                <c:pt idx="621">
                  <c:v>9.37978252629</c:v>
                </c:pt>
                <c:pt idx="622">
                  <c:v>8.06529208145</c:v>
                </c:pt>
                <c:pt idx="623">
                  <c:v>8.5456892759</c:v>
                </c:pt>
                <c:pt idx="624">
                  <c:v>7.70522205571</c:v>
                </c:pt>
                <c:pt idx="625">
                  <c:v>8.39227828153</c:v>
                </c:pt>
                <c:pt idx="626">
                  <c:v>7.65179149621</c:v>
                </c:pt>
                <c:pt idx="627">
                  <c:v>8.66538584296</c:v>
                </c:pt>
                <c:pt idx="628">
                  <c:v>8.59907921114</c:v>
                </c:pt>
                <c:pt idx="629">
                  <c:v>9.83658587966</c:v>
                </c:pt>
                <c:pt idx="630">
                  <c:v>9.06337577285</c:v>
                </c:pt>
                <c:pt idx="631">
                  <c:v>8.16145485245</c:v>
                </c:pt>
                <c:pt idx="632">
                  <c:v>9.05439585301</c:v>
                </c:pt>
                <c:pt idx="633">
                  <c:v>9.37326702238</c:v>
                </c:pt>
                <c:pt idx="634">
                  <c:v>9.49681815563</c:v>
                </c:pt>
                <c:pt idx="635">
                  <c:v>8.30277452244</c:v>
                </c:pt>
                <c:pt idx="636">
                  <c:v>10.0193027269</c:v>
                </c:pt>
                <c:pt idx="637">
                  <c:v>8.57047288674</c:v>
                </c:pt>
                <c:pt idx="638">
                  <c:v>8.60659845808</c:v>
                </c:pt>
                <c:pt idx="639">
                  <c:v>7.62881790326</c:v>
                </c:pt>
                <c:pt idx="640">
                  <c:v>9.53470748978</c:v>
                </c:pt>
                <c:pt idx="641">
                  <c:v>9.52814984079</c:v>
                </c:pt>
                <c:pt idx="642">
                  <c:v>8.05322062283</c:v>
                </c:pt>
                <c:pt idx="643">
                  <c:v>8.37678675455</c:v>
                </c:pt>
                <c:pt idx="644">
                  <c:v>8.54040080837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"/>
          <c:min val="7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log10 PIB (R$)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8"/>
          <c:min val="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log10 população (pessoas)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8A8DD-FD7C-4046-BED4-56800987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6D7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6D7A"/>
                </a:solidFill>
                <a:latin typeface="Arial"/>
                <a:ea typeface="Arial"/>
                <a:cs typeface="Arial"/>
              </a:rPr>
              <a:t>SP concentra 60,2% do PIB do Sudeste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34225-747A-4B1D-8199-670C0885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1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0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5"/>
                </a:solidFill>
                <a:latin typeface="Arial"/>
                <a:ea typeface="Arial"/>
                <a:cs typeface="Arial"/>
              </a:rPr>
              <a:t>Sua participação na população regional é de 52,0%.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6A523-E200-44E9-87FF-CF4F685F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5"/>
                </a:solidFill>
                <a:latin typeface="Arial"/>
                <a:ea typeface="Arial"/>
                <a:cs typeface="Arial"/>
              </a:rPr>
              <a:t>IBGE, SIDRA 5938 e 6579. Base do grupo, 2020. Cálculos de Peter.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B122A-DAEB-45E6-8895-69CD035F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2A2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A2C"/>
                </a:solidFill>
                <a:latin typeface="Arial"/>
                <a:ea typeface="Arial"/>
                <a:cs typeface="Arial"/>
              </a:rPr>
              <a:t>PIB em R$ bilhões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" y="2095500"/>
          <a:ext xmlns:a="http://schemas.openxmlformats.org/drawingml/2006/main" cx="528637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b337a23dfd437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0C70F-2C49-4778-91BA-3A772881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68592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2A2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A2C"/>
                </a:solidFill>
                <a:latin typeface="Arial"/>
                <a:ea typeface="Arial"/>
                <a:cs typeface="Arial"/>
              </a:rPr>
              <a:t>População em milhões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315075" y="2095500"/>
          <a:ext xmlns:a="http://schemas.openxmlformats.org/drawingml/2006/main" cx="528637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3798b4fe7c49d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F3E18-189C-4B26-BF09-3623D6C0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73D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73D5F"/>
                </a:solidFill>
                <a:latin typeface="Arial"/>
                <a:ea typeface="Arial"/>
                <a:cs typeface="Arial"/>
              </a:rPr>
              <a:t>Concentração territorial da produção, com denominadores regionais.</a:t>
            </a:r>
          </a:p>
        </p:txBody>
      </p:sp>
    </p:spTree>
    <p:extLst>
      <p:ext uri="{BB962C8B-B14F-4D97-AF65-F5344CB8AC3E}">
        <p14:creationId xmlns:p14="http://schemas.microsoft.com/office/powerpoint/2010/main" val="2138799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CEF1E-09E3-4AF4-84C0-A262A3CF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6D7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6D7A"/>
                </a:solidFill>
                <a:latin typeface="Arial"/>
                <a:ea typeface="Arial"/>
                <a:cs typeface="Arial"/>
              </a:rPr>
              <a:t>PIB por habitante também difere entre estados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EC512-4996-464D-AFA0-1840DCB8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1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0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5"/>
                </a:solidFill>
                <a:latin typeface="Arial"/>
                <a:ea typeface="Arial"/>
                <a:cs typeface="Arial"/>
              </a:rPr>
              <a:t>PIB per capita estadual = PIB total do estado dividido por sua população.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66CA4-D3F1-4ED3-9C2D-A0A1B793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5"/>
                </a:solidFill>
                <a:latin typeface="Arial"/>
                <a:ea typeface="Arial"/>
                <a:cs typeface="Arial"/>
              </a:rPr>
              <a:t>IBGE, SIDRA 5938 e 6579. Base do grupo, 2020. Cálculos de Peter.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7143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21b93088cd441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7D773-2B3A-4CC8-8EBF-5CD68A98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73D5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73D5F"/>
                </a:solidFill>
                <a:latin typeface="Arial"/>
                <a:ea typeface="Arial"/>
                <a:cs typeface="Arial"/>
              </a:rPr>
              <a:t>1,60 vez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9F262-94B8-41C2-B5D0-BD92478C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00400"/>
            <a:ext cx="304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A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A2C"/>
                </a:solidFill>
                <a:latin typeface="Arial"/>
                <a:ea typeface="Arial"/>
                <a:cs typeface="Arial"/>
              </a:rPr>
              <a:t>Razão entre SP e MG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22A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A2C"/>
                </a:solidFill>
                <a:latin typeface="Arial"/>
                <a:ea typeface="Arial"/>
                <a:cs typeface="Arial"/>
              </a:rPr>
              <a:t>Produção por habitante não equivale à renda pessoal.</a:t>
            </a:r>
          </a:p>
        </p:txBody>
      </p:sp>
    </p:spTree>
    <p:extLst>
      <p:ext uri="{BB962C8B-B14F-4D97-AF65-F5344CB8AC3E}">
        <p14:creationId xmlns:p14="http://schemas.microsoft.com/office/powerpoint/2010/main" val="17349980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F7BE0-A9C3-48B8-AB75-AAED4342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6D7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6D7A"/>
                </a:solidFill>
                <a:latin typeface="Arial"/>
                <a:ea typeface="Arial"/>
                <a:cs typeface="Arial"/>
              </a:rPr>
              <a:t>Serviços lideram o VA nos quatro estados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3F2D8-E68C-493D-A264-36B9315E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1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0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5"/>
                </a:solidFill>
                <a:latin typeface="Arial"/>
                <a:ea typeface="Arial"/>
                <a:cs typeface="Arial"/>
              </a:rPr>
              <a:t>No Sudeste, Serviços representam 61,1% do valor adicionado.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97D1C-FF22-4F96-8B11-D0EB8FE4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5"/>
                </a:solidFill>
                <a:latin typeface="Arial"/>
                <a:ea typeface="Arial"/>
                <a:cs typeface="Arial"/>
              </a:rPr>
              <a:t>IBGE, SIDRA 5938 e 6579. Base do grupo, 2020. Cálculos de Peter.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10f6347ece418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8C1B7-1091-481D-8DC7-49331519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29275"/>
            <a:ext cx="1101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73D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73D5F"/>
                </a:solidFill>
                <a:latin typeface="Arial"/>
                <a:ea typeface="Arial"/>
                <a:cs typeface="Arial"/>
              </a:rPr>
              <a:t>Denominador: soma dos quatro VAs. Impostos ficam fora.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2402E-49B2-4FBF-BF53-F844E37A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48375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5"/>
                </a:solidFill>
                <a:latin typeface="Arial"/>
                <a:ea typeface="Arial"/>
                <a:cs typeface="Arial"/>
              </a:rPr>
              <a:t>¹ Exclui o grupo público. ² Inclui defesa, educação e saúde públicas e seguridade social.</a:t>
            </a:r>
          </a:p>
        </p:txBody>
      </p:sp>
    </p:spTree>
    <p:extLst>
      <p:ext uri="{BB962C8B-B14F-4D97-AF65-F5344CB8AC3E}">
        <p14:creationId xmlns:p14="http://schemas.microsoft.com/office/powerpoint/2010/main" val="1966277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3E2DD-A649-40C2-A34D-F36C5544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6D7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6D7A"/>
                </a:solidFill>
                <a:latin typeface="Arial"/>
                <a:ea typeface="Arial"/>
                <a:cs typeface="Arial"/>
              </a:rPr>
              <a:t>PIB e população têm associação positiva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84C26-4A34-4508-B60F-F655A8B9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1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0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5"/>
                </a:solidFill>
                <a:latin typeface="Arial"/>
                <a:ea typeface="Arial"/>
                <a:cs typeface="Arial"/>
              </a:rPr>
              <a:t>Cada ponto é um município. Os valores dos eixos são log10 das medidas originais.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4D459-3016-4DC5-BE82-7B1EB25A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5"/>
                </a:solidFill>
                <a:latin typeface="Arial"/>
                <a:ea typeface="Arial"/>
                <a:cs typeface="Arial"/>
              </a:rPr>
              <a:t>IBGE, SIDRA 5938 e 6579. Base do grupo, 2020. Cálculos de Peter.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0075" y="1847850"/>
          <a:ext xmlns:a="http://schemas.openxmlformats.org/drawingml/2006/main" cx="83343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5a850d4e554f7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3D706-AB7D-441A-A41F-BB829654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81250"/>
            <a:ext cx="2457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873D5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873D5F"/>
                </a:solidFill>
                <a:latin typeface="Arial"/>
                <a:ea typeface="Arial"/>
                <a:cs typeface="Arial"/>
              </a:rPr>
              <a:t>r = 0,933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8ACEF-BE73-4F9B-9616-FA332C27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428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A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A2C"/>
                </a:solidFill>
                <a:latin typeface="Arial"/>
                <a:ea typeface="Arial"/>
                <a:cs typeface="Arial"/>
              </a:rPr>
              <a:t>Pearson entre</a:t>
            </a:r>
          </a:p>
          <a:p xmlns:a="http://schemas.openxmlformats.org/drawingml/2006/main">
            <a:pPr>
              <a:defRPr sz="1725" b="0">
                <a:solidFill>
                  <a:srgbClr val="222A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A2C"/>
                </a:solidFill>
                <a:latin typeface="Arial"/>
                <a:ea typeface="Arial"/>
                <a:cs typeface="Arial"/>
              </a:rPr>
              <a:t>log10 PIB e</a:t>
            </a:r>
          </a:p>
          <a:p xmlns:a="http://schemas.openxmlformats.org/drawingml/2006/main">
            <a:pPr>
              <a:defRPr sz="1725" b="0">
                <a:solidFill>
                  <a:srgbClr val="222A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A2C"/>
                </a:solidFill>
                <a:latin typeface="Arial"/>
                <a:ea typeface="Arial"/>
                <a:cs typeface="Arial"/>
              </a:rPr>
              <a:t>log10 população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A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A2C"/>
                </a:solidFill>
                <a:latin typeface="Arial"/>
                <a:ea typeface="Arial"/>
                <a:cs typeface="Arial"/>
              </a:rPr>
              <a:t>1.668 municípios</a:t>
            </a:r>
          </a:p>
        </p:txBody>
      </p:sp>
    </p:spTree>
    <p:extLst>
      <p:ext uri="{BB962C8B-B14F-4D97-AF65-F5344CB8AC3E}">
        <p14:creationId xmlns:p14="http://schemas.microsoft.com/office/powerpoint/2010/main" val="189408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4FC7F-6178-4DB9-8F0A-809BEEDA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6D7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6D7A"/>
                </a:solidFill>
                <a:latin typeface="Arial"/>
                <a:ea typeface="Arial"/>
                <a:cs typeface="Arial"/>
              </a:rPr>
              <a:t>Correlações não demonstram causalidade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F87AA-9D0C-4835-8394-495ABCE7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1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0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5"/>
                </a:solidFill>
                <a:latin typeface="Arial"/>
                <a:ea typeface="Arial"/>
                <a:cs typeface="Arial"/>
              </a:rPr>
              <a:t>Pearson nos valores originais. Todos os pares usam 1.668 municípios.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72D1A-1936-44F6-83C1-DE8877DE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5"/>
                </a:solidFill>
                <a:latin typeface="Arial"/>
                <a:ea typeface="Arial"/>
                <a:cs typeface="Arial"/>
              </a:rPr>
              <a:t>IBGE, SIDRA 5938 e 6579. Base do grupo, 2020. Cálculos de Peter.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19125" y="1838325"/>
          <a:ext xmlns:a="http://schemas.openxmlformats.org/drawingml/2006/main" cx="109347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314450"/>
                <a:gridCol w="1314450"/>
                <a:gridCol w="1314450"/>
                <a:gridCol w="1314450"/>
                <a:gridCol w="1314450"/>
                <a:gridCol w="1314450"/>
                <a:gridCol w="1314450"/>
              </a:tblGrid>
              <a:tr h="4238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PIB</a:t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Pop.</a:t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PIB/hab.</a:t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Agro</a:t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Ind.</a:t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Serv.¹</a:t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Adm.²</a:t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PIB</a:t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91440" marR="91440" marT="45720" marB="45720">
                    <a:solidFill>
                      <a:srgbClr val="E5EF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Pop.</a:t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91440" marR="91440" marT="45720" marB="45720">
                    <a:solidFill>
                      <a:srgbClr val="E5EF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PIB/hab.</a:t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91440" marR="91440" marT="45720" marB="45720">
                    <a:solidFill>
                      <a:srgbClr val="E5EF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Agro</a:t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91440" marR="91440" marT="45720" marB="45720">
                    <a:solidFill>
                      <a:srgbClr val="E5EF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Ind.</a:t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91440" marR="91440" marT="45720" marB="45720">
                    <a:solidFill>
                      <a:srgbClr val="E5EF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Serv.¹</a:t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91440" marR="91440" marT="45720" marB="45720">
                    <a:solidFill>
                      <a:srgbClr val="E5EF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Adm.²</a:t>
                      </a:r>
                    </a:p>
                  </a:txBody>
                  <a:tcPr marL="91440" marR="91440" marT="45720" marB="45720">
                    <a:solidFill>
                      <a:srgbClr val="146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0,85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A2C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91440" marR="91440" marT="45720" marB="45720">
                    <a:solidFill>
                      <a:srgbClr val="E5EF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D0116-57A1-45BF-A458-2EA10B0A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3D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73D5F"/>
                </a:solidFill>
                <a:latin typeface="Arial"/>
                <a:ea typeface="Arial"/>
                <a:cs typeface="Arial"/>
              </a:rPr>
              <a:t>VAs compõem o PIB. PIB por habitante usa PIB e população.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363E9-1EB2-41BB-AC34-2B4B0915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2A2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A2C"/>
                </a:solidFill>
                <a:latin typeface="Arial"/>
                <a:ea typeface="Arial"/>
                <a:cs typeface="Arial"/>
              </a:rPr>
              <a:t>Há disparidades de produção no Sudeste. A análise não mede renda individual nem causalidade.</a:t>
            </a:r>
          </a:p>
        </p:txBody>
      </p:sp>
    </p:spTree>
    <p:extLst>
      <p:ext uri="{BB962C8B-B14F-4D97-AF65-F5344CB8AC3E}">
        <p14:creationId xmlns:p14="http://schemas.microsoft.com/office/powerpoint/2010/main" val="1137003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2026-09-21T14:18:24.8680000Z</dcterms:created>
  <dcterms:modified xsi:type="dcterms:W3CDTF">2026-09-21T14:18:24.8680000Z</dcterms:modified>
</coreProperties>
</file>