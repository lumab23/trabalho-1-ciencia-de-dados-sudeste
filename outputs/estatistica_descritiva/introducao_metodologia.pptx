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0:00 a 0:35. Apresentar a pergunta e o objetivo social como finalidade educativa, sem afirmar ação extensionista realizada. Fonte: README.md e documento de divisão de tarefas fornecido. O recorte não responde sozinho pelo Brasil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0:35 a 1:15. Fonte: data/processed/metadados.json; outputs/reports/qualidade.md; notebooks/01_preparacao_dados_executado.ipynb. PIB: tabela5938_2020.csv.xz. População: tabela6579_2020.csv.xz. DTB: RELATORIO_DTB_BRASIL_MUNICIPIO.csv, edição desconhecida. Ano econômico e populacional identificado nos nomes originais por Luma. Referências institucionais: https://sidra.ibge.gov.br/tabela/5938 e https://sidra.ibge.gov.br/tabela/6579. Os arquivos não foram substituídos por versões atuais.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1:15 a 2:00. Preparação atribuída a Luma. A documentação registra 1.668 municípios e nenhuma perda ou ausência na base final. Amanda mantém a base original e confere a fórmula. Quantis com interpolação linear; ddof=0 descreve a população municipal coberta. Rankings sobre valores sem arredondamento e desempate por código IBGE crescente. Extremos preservados. Histograma: Freedman-Diaconis no log10, 30 classes, 1.668 valores positivos, zero exclusões para o log. Fonte: notebooks/contribuicoes/02_amanda.ipynb e outputs/amanda/conferencia.json.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2:00 a 2:30. Destacar que a desigualdade entre municípios é distinta da desigualdade entre pessoas. A base não informa a distribuição da renda dos moradores. Não inferir causas. Um único ano não permite estudar evolução temporal. Edição desconhecida da DTB é uma limitação de compatibilidade histórica. Encerrar passando a fala para Luma, conforme sequência sugerida no planejamento. Fonte: dicionário, metadados e seção de limitações do notebook de Amanda.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Brasil é um país desigual?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19088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Amanda · Trabalho 1 de Ciência de Dados · Sudeste, 2020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996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Diferenças econômicas entre os municípios do Sudeste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873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ES, MG, RJ e SP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873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e população de 2020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Descrever diferenças de produção e de produção por habitante,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dados públicos e estatística descritiva.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0080" y="559612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26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Finalidade social: contribuir para a leitura crítica das disparidades territoriais.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Recorte e fontes dos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19088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Amanda · Trabalho 1 de Ciência de Dados · Sudeste, 2020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996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1.668 municípios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873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78     MG 853     RJ 92     SP 645</a:t>
            </a:r>
            <a:endParaRPr lang="en-US" sz="2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80360"/>
          <a:ext cx="10881360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438912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22A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Fonte IBGE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22A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Informação utilizada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22A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Referência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22A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SIDRA 5938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22A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PIB municipal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22A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22A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SIDRA 6579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22A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População estimada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22A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22A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DTB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22A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Código, nome e UF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22A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Edição não informada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 de análise: um município em 2020.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monetários em reais correntes de 2020.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base preparada à análise descritiva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19088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Amanda · Trabalho 1 de Ciência de Dados · Sudeste, 2020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996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 por Luma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2176272"/>
            <a:ext cx="5166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Cruzamento por código IBGE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Recorte ES, MG, RJ e SP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 de mil reais para reais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per capita = PIB ÷ população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0" y="1508760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873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Análises de Amanda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400800" y="2176272"/>
            <a:ext cx="5148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descritivas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e Bottom 5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Histograma em escala logarítmica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Interpretação e limites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26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Variância e desvio padrão populacionais: divisor 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municipal: pesos iguais. PIB per capita regional: PIB total ÷ população total.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da interpretação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19088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Amanda · Trabalho 1 de Ciência de Dados · Sudeste, 2020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996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total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0299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Expressa o volume da produção econômica municipal.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per capita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5387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Expressa produção por habitante. Não equivale à renda individual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revela sozinho a desigualdade dentro do município.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territorial e temporal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50474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do Sudeste em 2020. A conclusão sobre todo o Brasil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evidências adicionais. A edição da DTB permanece desconhecida.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Universidade de Fortaleza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Brasil é um país desigual? - Municípios do Sudeste</dc:title>
  <dc:subject>Introdução e metodologia - Trabalho 1 de Ciência de Dados</dc:subject>
  <dc:creator>Amanda</dc:creator>
  <cp:lastModifiedBy>Amanda</cp:lastModifiedBy>
  <cp:revision>1</cp:revision>
  <dcterms:created xsi:type="dcterms:W3CDTF">2026-09-18T12:33:43Z</dcterms:created>
  <dcterms:modified xsi:type="dcterms:W3CDTF">2026-09-18T12:33:43Z</dcterms:modified>
</cp:coreProperties>
</file>